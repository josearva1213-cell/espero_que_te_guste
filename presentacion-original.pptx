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Lst>
  <p:sldSz cx="18288000" cy="10287000"/>
  <p:notesSz cx="6858000" cy="9144000"/>
  <p:embeddedFontLst>
    <p:embeddedFont>
      <p:font typeface="Arapey" charset="1" panose="02000000000000000000"/>
      <p:regular r:id="rId18"/>
    </p:embeddedFont>
    <p:embeddedFont>
      <p:font typeface="Eyesome Script" charset="1" panose="00000500000000000000"/>
      <p:regular r:id="rId19"/>
    </p:embeddedFont>
    <p:embeddedFont>
      <p:font typeface="Proxima Nova Light" charset="1" panose="02000506030000020004"/>
      <p:regular r:id="rId20"/>
    </p:embeddedFont>
    <p:embeddedFont>
      <p:font typeface="Arapey Italics" charset="1" panose="02000000000000000000"/>
      <p:regular r:id="rId21"/>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fonts/font18.fntdata" Type="http://schemas.openxmlformats.org/officeDocument/2006/relationships/font"/><Relationship Id="rId19" Target="fonts/font19.fntdata" Type="http://schemas.openxmlformats.org/officeDocument/2006/relationships/font"/><Relationship Id="rId2" Target="presProps.xml" Type="http://schemas.openxmlformats.org/officeDocument/2006/relationships/presProps"/><Relationship Id="rId20" Target="fonts/font20.fntdata" Type="http://schemas.openxmlformats.org/officeDocument/2006/relationships/font"/><Relationship Id="rId21" Target="fonts/font21.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3.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4.jpeg" Type="http://schemas.openxmlformats.org/officeDocument/2006/relationships/image"/><Relationship Id="rId4" Target="../media/image5.jpeg" Type="http://schemas.openxmlformats.org/officeDocument/2006/relationships/image"/><Relationship Id="rId5" Target="../media/image2.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3.png" Type="http://schemas.openxmlformats.org/officeDocument/2006/relationships/image"/><Relationship Id="rId4" Target="../media/image6.png" Type="http://schemas.openxmlformats.org/officeDocument/2006/relationships/image"/><Relationship Id="rId5" Target="../media/image7.jpe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 Id="rId4" Target="../media/image8.png" Type="http://schemas.openxmlformats.org/officeDocument/2006/relationships/image"/><Relationship Id="rId5" Target="../media/image9.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 Id="rId4" Target="../media/image10.png" Type="http://schemas.openxmlformats.org/officeDocument/2006/relationships/image"/><Relationship Id="rId5" Target="../media/image11.png" Type="http://schemas.openxmlformats.org/officeDocument/2006/relationships/image"/><Relationship Id="rId6" Target="../media/image12.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3.png" Type="http://schemas.openxmlformats.org/officeDocument/2006/relationships/image"/><Relationship Id="rId4" Target="../media/image13.png" Type="http://schemas.openxmlformats.org/officeDocument/2006/relationships/image"/><Relationship Id="rId5" Target="../media/image14.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3.png" Type="http://schemas.openxmlformats.org/officeDocument/2006/relationships/image"/><Relationship Id="rId4" Target="../media/image15.png" Type="http://schemas.openxmlformats.org/officeDocument/2006/relationships/image"/><Relationship Id="rId5" Target="../media/image16.png" Type="http://schemas.openxmlformats.org/officeDocument/2006/relationships/image"/><Relationship Id="rId6" Target="../media/image17.png" Type="http://schemas.openxmlformats.org/officeDocument/2006/relationships/image"/><Relationship Id="rId7" Target="../media/image18.png" Type="http://schemas.openxmlformats.org/officeDocument/2006/relationships/image"/><Relationship Id="rId8" Target="../media/image19.png" Type="http://schemas.openxmlformats.org/officeDocument/2006/relationships/image"/><Relationship Id="rId9" Target="../media/image20.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3.png" Type="http://schemas.openxmlformats.org/officeDocument/2006/relationships/image"/><Relationship Id="rId4" Target="../media/image6.pn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sp>
        <p:nvSpPr>
          <p:cNvPr name="Freeform 3" id="3"/>
          <p:cNvSpPr/>
          <p:nvPr/>
        </p:nvSpPr>
        <p:spPr>
          <a:xfrm flipH="false" flipV="false" rot="1287876">
            <a:off x="9882555" y="-1008543"/>
            <a:ext cx="9277158" cy="9791196"/>
          </a:xfrm>
          <a:custGeom>
            <a:avLst/>
            <a:gdLst/>
            <a:ahLst/>
            <a:cxnLst/>
            <a:rect r="r" b="b" t="t" l="l"/>
            <a:pathLst>
              <a:path h="9791196" w="9277158">
                <a:moveTo>
                  <a:pt x="0" y="0"/>
                </a:moveTo>
                <a:lnTo>
                  <a:pt x="9277158" y="0"/>
                </a:lnTo>
                <a:lnTo>
                  <a:pt x="9277158" y="9791196"/>
                </a:lnTo>
                <a:lnTo>
                  <a:pt x="0" y="9791196"/>
                </a:lnTo>
                <a:lnTo>
                  <a:pt x="0" y="0"/>
                </a:lnTo>
                <a:close/>
              </a:path>
            </a:pathLst>
          </a:custGeom>
          <a:blipFill>
            <a:blip r:embed="rId3">
              <a:alphaModFix amt="63000"/>
            </a:blip>
            <a:stretch>
              <a:fillRect l="0" t="0" r="0" b="0"/>
            </a:stretch>
          </a:blipFill>
        </p:spPr>
      </p:sp>
      <p:sp>
        <p:nvSpPr>
          <p:cNvPr name="TextBox 4" id="4"/>
          <p:cNvSpPr txBox="true"/>
          <p:nvPr/>
        </p:nvSpPr>
        <p:spPr>
          <a:xfrm rot="0">
            <a:off x="1028700" y="6618505"/>
            <a:ext cx="10888313" cy="2639795"/>
          </a:xfrm>
          <a:prstGeom prst="rect">
            <a:avLst/>
          </a:prstGeom>
        </p:spPr>
        <p:txBody>
          <a:bodyPr anchor="t" rtlCol="false" tIns="0" lIns="0" bIns="0" rIns="0">
            <a:spAutoFit/>
          </a:bodyPr>
          <a:lstStyle/>
          <a:p>
            <a:pPr algn="l">
              <a:lnSpc>
                <a:spcPts val="21449"/>
              </a:lnSpc>
            </a:pPr>
            <a:r>
              <a:rPr lang="en-US" sz="15321">
                <a:solidFill>
                  <a:srgbClr val="000000"/>
                </a:solidFill>
                <a:latin typeface="Arapey"/>
                <a:ea typeface="Arapey"/>
                <a:cs typeface="Arapey"/>
                <a:sym typeface="Arapey"/>
              </a:rPr>
              <a:t>unica </a:t>
            </a:r>
            <a:r>
              <a:rPr lang="en-US" sz="15321">
                <a:solidFill>
                  <a:srgbClr val="000000"/>
                </a:solidFill>
                <a:latin typeface="Arapey"/>
                <a:ea typeface="Arapey"/>
                <a:cs typeface="Arapey"/>
                <a:sym typeface="Arapey"/>
              </a:rPr>
              <a:t>&lt;3</a:t>
            </a:r>
          </a:p>
        </p:txBody>
      </p:sp>
      <p:sp>
        <p:nvSpPr>
          <p:cNvPr name="TextBox 5" id="5"/>
          <p:cNvSpPr txBox="true"/>
          <p:nvPr/>
        </p:nvSpPr>
        <p:spPr>
          <a:xfrm rot="0">
            <a:off x="1028700" y="6217586"/>
            <a:ext cx="6953103" cy="1284793"/>
          </a:xfrm>
          <a:prstGeom prst="rect">
            <a:avLst/>
          </a:prstGeom>
        </p:spPr>
        <p:txBody>
          <a:bodyPr anchor="t" rtlCol="false" tIns="0" lIns="0" bIns="0" rIns="0">
            <a:spAutoFit/>
          </a:bodyPr>
          <a:lstStyle/>
          <a:p>
            <a:pPr algn="l">
              <a:lnSpc>
                <a:spcPts val="10559"/>
              </a:lnSpc>
            </a:pPr>
            <a:r>
              <a:rPr lang="en-US" sz="7542">
                <a:solidFill>
                  <a:srgbClr val="000000"/>
                </a:solidFill>
                <a:latin typeface="Eyesome Script"/>
                <a:ea typeface="Eyesome Script"/>
                <a:cs typeface="Eyesome Script"/>
                <a:sym typeface="Eyesome Script"/>
              </a:rPr>
              <a:t>Una persona</a:t>
            </a:r>
          </a:p>
        </p:txBody>
      </p:sp>
      <p:sp>
        <p:nvSpPr>
          <p:cNvPr name="TextBox 6" id="6"/>
          <p:cNvSpPr txBox="true"/>
          <p:nvPr/>
        </p:nvSpPr>
        <p:spPr>
          <a:xfrm rot="0">
            <a:off x="549635" y="194311"/>
            <a:ext cx="6597729" cy="834389"/>
          </a:xfrm>
          <a:prstGeom prst="rect">
            <a:avLst/>
          </a:prstGeom>
        </p:spPr>
        <p:txBody>
          <a:bodyPr anchor="t" rtlCol="false" tIns="0" lIns="0" bIns="0" rIns="0">
            <a:spAutoFit/>
          </a:bodyPr>
          <a:lstStyle/>
          <a:p>
            <a:pPr algn="l">
              <a:lnSpc>
                <a:spcPts val="3360"/>
              </a:lnSpc>
            </a:pPr>
            <a:r>
              <a:rPr lang="en-US" sz="2400">
                <a:solidFill>
                  <a:srgbClr val="000000"/>
                </a:solidFill>
                <a:latin typeface="Arapey"/>
                <a:ea typeface="Arapey"/>
                <a:cs typeface="Arapey"/>
                <a:sym typeface="Arapey"/>
              </a:rPr>
              <a:t>Una presentación realizada completamente por: Moon</a:t>
            </a:r>
          </a:p>
          <a:p>
            <a:pPr algn="l">
              <a:lnSpc>
                <a:spcPts val="3360"/>
              </a:lnSpc>
            </a:pPr>
            <a:r>
              <a:rPr lang="en-US" sz="2400">
                <a:solidFill>
                  <a:srgbClr val="000000"/>
                </a:solidFill>
                <a:latin typeface="Arapey"/>
                <a:ea typeface="Arapey"/>
                <a:cs typeface="Arapey"/>
                <a:sym typeface="Arapey"/>
              </a:rPr>
              <a:t>Realizada y dirigida a: SUN &lt;3</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sp>
        <p:nvSpPr>
          <p:cNvPr name="TextBox 3" id="3"/>
          <p:cNvSpPr txBox="true"/>
          <p:nvPr/>
        </p:nvSpPr>
        <p:spPr>
          <a:xfrm rot="0">
            <a:off x="9432601" y="1895035"/>
            <a:ext cx="6964877" cy="1038225"/>
          </a:xfrm>
          <a:prstGeom prst="rect">
            <a:avLst/>
          </a:prstGeom>
        </p:spPr>
        <p:txBody>
          <a:bodyPr anchor="t" rtlCol="false" tIns="0" lIns="0" bIns="0" rIns="0">
            <a:spAutoFit/>
          </a:bodyPr>
          <a:lstStyle/>
          <a:p>
            <a:pPr algn="l" marL="0" indent="0" lvl="0">
              <a:lnSpc>
                <a:spcPts val="8400"/>
              </a:lnSpc>
              <a:spcBef>
                <a:spcPct val="0"/>
              </a:spcBef>
            </a:pPr>
            <a:r>
              <a:rPr lang="en-US" sz="6000">
                <a:solidFill>
                  <a:srgbClr val="000000"/>
                </a:solidFill>
                <a:latin typeface="Arapey"/>
                <a:ea typeface="Arapey"/>
                <a:cs typeface="Arapey"/>
                <a:sym typeface="Arapey"/>
              </a:rPr>
              <a:t>Í</a:t>
            </a:r>
            <a:r>
              <a:rPr lang="en-US" sz="6000" u="none">
                <a:solidFill>
                  <a:srgbClr val="000000"/>
                </a:solidFill>
                <a:latin typeface="Arapey"/>
                <a:ea typeface="Arapey"/>
                <a:cs typeface="Arapey"/>
                <a:sym typeface="Arapey"/>
              </a:rPr>
              <a:t>ndice</a:t>
            </a:r>
          </a:p>
        </p:txBody>
      </p:sp>
      <p:sp>
        <p:nvSpPr>
          <p:cNvPr name="TextBox 4" id="4"/>
          <p:cNvSpPr txBox="true"/>
          <p:nvPr/>
        </p:nvSpPr>
        <p:spPr>
          <a:xfrm rot="0">
            <a:off x="9144000" y="3207856"/>
            <a:ext cx="7253478" cy="4247624"/>
          </a:xfrm>
          <a:prstGeom prst="rect">
            <a:avLst/>
          </a:prstGeom>
        </p:spPr>
        <p:txBody>
          <a:bodyPr anchor="t" rtlCol="false" tIns="0" lIns="0" bIns="0" rIns="0">
            <a:spAutoFit/>
          </a:bodyPr>
          <a:lstStyle/>
          <a:p>
            <a:pPr algn="l" marL="652172" indent="-326086" lvl="1">
              <a:lnSpc>
                <a:spcPts val="4229"/>
              </a:lnSpc>
              <a:buFont typeface="Arial"/>
              <a:buChar char="•"/>
            </a:pPr>
            <a:r>
              <a:rPr lang="en-US" sz="3020">
                <a:solidFill>
                  <a:srgbClr val="000000"/>
                </a:solidFill>
                <a:latin typeface="Proxima Nova Light"/>
                <a:ea typeface="Proxima Nova Light"/>
                <a:cs typeface="Proxima Nova Light"/>
                <a:sym typeface="Proxima Nova Light"/>
              </a:rPr>
              <a:t>El motivo de la presentación</a:t>
            </a:r>
          </a:p>
          <a:p>
            <a:pPr algn="l" marL="652172" indent="-326086" lvl="1">
              <a:lnSpc>
                <a:spcPts val="4229"/>
              </a:lnSpc>
              <a:buFont typeface="Arial"/>
              <a:buChar char="•"/>
            </a:pPr>
            <a:r>
              <a:rPr lang="en-US" sz="3020">
                <a:solidFill>
                  <a:srgbClr val="000000"/>
                </a:solidFill>
                <a:latin typeface="Proxima Nova Light"/>
                <a:ea typeface="Proxima Nova Light"/>
                <a:cs typeface="Proxima Nova Light"/>
                <a:sym typeface="Proxima Nova Light"/>
              </a:rPr>
              <a:t>Nuestro comienzo</a:t>
            </a:r>
          </a:p>
          <a:p>
            <a:pPr algn="l" marL="652172" indent="-326086" lvl="1">
              <a:lnSpc>
                <a:spcPts val="4229"/>
              </a:lnSpc>
              <a:buFont typeface="Arial"/>
              <a:buChar char="•"/>
            </a:pPr>
            <a:r>
              <a:rPr lang="en-US" sz="3020">
                <a:solidFill>
                  <a:srgbClr val="000000"/>
                </a:solidFill>
                <a:latin typeface="Proxima Nova Light"/>
                <a:ea typeface="Proxima Nova Light"/>
                <a:cs typeface="Proxima Nova Light"/>
                <a:sym typeface="Proxima Nova Light"/>
              </a:rPr>
              <a:t>Que significas para mi</a:t>
            </a:r>
          </a:p>
          <a:p>
            <a:pPr algn="l" marL="652172" indent="-326086" lvl="1">
              <a:lnSpc>
                <a:spcPts val="4229"/>
              </a:lnSpc>
              <a:buFont typeface="Arial"/>
              <a:buChar char="•"/>
            </a:pPr>
            <a:r>
              <a:rPr lang="en-US" sz="3020">
                <a:solidFill>
                  <a:srgbClr val="000000"/>
                </a:solidFill>
                <a:latin typeface="Proxima Nova Light"/>
                <a:ea typeface="Proxima Nova Light"/>
                <a:cs typeface="Proxima Nova Light"/>
                <a:sym typeface="Proxima Nova Light"/>
              </a:rPr>
              <a:t>¿Por qué te amo?</a:t>
            </a:r>
          </a:p>
          <a:p>
            <a:pPr algn="l" marL="652172" indent="-326086" lvl="1">
              <a:lnSpc>
                <a:spcPts val="4229"/>
              </a:lnSpc>
              <a:buFont typeface="Arial"/>
              <a:buChar char="•"/>
            </a:pPr>
            <a:r>
              <a:rPr lang="en-US" sz="3020">
                <a:solidFill>
                  <a:srgbClr val="000000"/>
                </a:solidFill>
                <a:latin typeface="Proxima Nova Light"/>
                <a:ea typeface="Proxima Nova Light"/>
                <a:cs typeface="Proxima Nova Light"/>
                <a:sym typeface="Proxima Nova Light"/>
              </a:rPr>
              <a:t>Tus ojos</a:t>
            </a:r>
          </a:p>
          <a:p>
            <a:pPr algn="l" marL="652172" indent="-326086" lvl="1">
              <a:lnSpc>
                <a:spcPts val="4229"/>
              </a:lnSpc>
              <a:buFont typeface="Arial"/>
              <a:buChar char="•"/>
            </a:pPr>
            <a:r>
              <a:rPr lang="en-US" sz="3020">
                <a:solidFill>
                  <a:srgbClr val="000000"/>
                </a:solidFill>
                <a:latin typeface="Proxima Nova Light"/>
                <a:ea typeface="Proxima Nova Light"/>
                <a:cs typeface="Proxima Nova Light"/>
                <a:sym typeface="Proxima Nova Light"/>
              </a:rPr>
              <a:t>Tu amor</a:t>
            </a:r>
          </a:p>
          <a:p>
            <a:pPr algn="l" marL="652172" indent="-326086" lvl="1">
              <a:lnSpc>
                <a:spcPts val="4229"/>
              </a:lnSpc>
              <a:buFont typeface="Arial"/>
              <a:buChar char="•"/>
            </a:pPr>
            <a:r>
              <a:rPr lang="en-US" sz="3020">
                <a:solidFill>
                  <a:srgbClr val="000000"/>
                </a:solidFill>
                <a:latin typeface="Proxima Nova Light"/>
                <a:ea typeface="Proxima Nova Light"/>
                <a:cs typeface="Proxima Nova Light"/>
                <a:sym typeface="Proxima Nova Light"/>
              </a:rPr>
              <a:t>Lo nuestro</a:t>
            </a:r>
          </a:p>
          <a:p>
            <a:pPr algn="l" marL="652172" indent="-326086" lvl="1">
              <a:lnSpc>
                <a:spcPts val="4229"/>
              </a:lnSpc>
              <a:buFont typeface="Arial"/>
              <a:buChar char="•"/>
            </a:pPr>
            <a:r>
              <a:rPr lang="en-US" sz="3020">
                <a:solidFill>
                  <a:srgbClr val="000000"/>
                </a:solidFill>
                <a:latin typeface="Proxima Nova Light"/>
                <a:ea typeface="Proxima Nova Light"/>
                <a:cs typeface="Proxima Nova Light"/>
                <a:sym typeface="Proxima Nova Light"/>
              </a:rPr>
              <a:t>¿Qué nos depara?</a:t>
            </a:r>
          </a:p>
        </p:txBody>
      </p:sp>
      <p:sp>
        <p:nvSpPr>
          <p:cNvPr name="Freeform 5" id="5"/>
          <p:cNvSpPr/>
          <p:nvPr/>
        </p:nvSpPr>
        <p:spPr>
          <a:xfrm flipH="false" flipV="false" rot="-951658">
            <a:off x="-613659" y="-491167"/>
            <a:ext cx="8672028" cy="9152536"/>
          </a:xfrm>
          <a:custGeom>
            <a:avLst/>
            <a:gdLst/>
            <a:ahLst/>
            <a:cxnLst/>
            <a:rect r="r" b="b" t="t" l="l"/>
            <a:pathLst>
              <a:path h="9152536" w="8672028">
                <a:moveTo>
                  <a:pt x="0" y="0"/>
                </a:moveTo>
                <a:lnTo>
                  <a:pt x="8672028" y="0"/>
                </a:lnTo>
                <a:lnTo>
                  <a:pt x="8672028" y="9152537"/>
                </a:lnTo>
                <a:lnTo>
                  <a:pt x="0" y="9152537"/>
                </a:lnTo>
                <a:lnTo>
                  <a:pt x="0" y="0"/>
                </a:lnTo>
                <a:close/>
              </a:path>
            </a:pathLst>
          </a:custGeom>
          <a:blipFill>
            <a:blip r:embed="rId3">
              <a:alphaModFix amt="34000"/>
            </a:blip>
            <a:stretch>
              <a:fillRect l="0" t="0" r="0" b="0"/>
            </a:stretch>
          </a:blipFill>
        </p:spPr>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sp>
        <p:nvSpPr>
          <p:cNvPr name="Freeform 3" id="3"/>
          <p:cNvSpPr/>
          <p:nvPr/>
        </p:nvSpPr>
        <p:spPr>
          <a:xfrm flipH="false" flipV="false" rot="0">
            <a:off x="12471218" y="2139634"/>
            <a:ext cx="7068597" cy="9716284"/>
          </a:xfrm>
          <a:custGeom>
            <a:avLst/>
            <a:gdLst/>
            <a:ahLst/>
            <a:cxnLst/>
            <a:rect r="r" b="b" t="t" l="l"/>
            <a:pathLst>
              <a:path h="9716284" w="7068597">
                <a:moveTo>
                  <a:pt x="0" y="0"/>
                </a:moveTo>
                <a:lnTo>
                  <a:pt x="7068597" y="0"/>
                </a:lnTo>
                <a:lnTo>
                  <a:pt x="7068597" y="9716284"/>
                </a:lnTo>
                <a:lnTo>
                  <a:pt x="0" y="9716284"/>
                </a:lnTo>
                <a:lnTo>
                  <a:pt x="0" y="0"/>
                </a:lnTo>
                <a:close/>
              </a:path>
            </a:pathLst>
          </a:custGeom>
          <a:blipFill>
            <a:blip r:embed="rId3">
              <a:alphaModFix amt="18999"/>
            </a:blip>
            <a:stretch>
              <a:fillRect l="0" t="0" r="0" b="0"/>
            </a:stretch>
          </a:blipFill>
          <a:ln cap="sq">
            <a:noFill/>
            <a:prstDash val="solid"/>
            <a:miter/>
          </a:ln>
        </p:spPr>
      </p:sp>
      <p:sp>
        <p:nvSpPr>
          <p:cNvPr name="TextBox 4" id="4"/>
          <p:cNvSpPr txBox="true"/>
          <p:nvPr/>
        </p:nvSpPr>
        <p:spPr>
          <a:xfrm rot="0">
            <a:off x="4350724" y="2015809"/>
            <a:ext cx="9747722" cy="1038225"/>
          </a:xfrm>
          <a:prstGeom prst="rect">
            <a:avLst/>
          </a:prstGeom>
        </p:spPr>
        <p:txBody>
          <a:bodyPr anchor="t" rtlCol="false" tIns="0" lIns="0" bIns="0" rIns="0">
            <a:spAutoFit/>
          </a:bodyPr>
          <a:lstStyle/>
          <a:p>
            <a:pPr algn="ctr" marL="0" indent="0" lvl="0">
              <a:lnSpc>
                <a:spcPts val="8400"/>
              </a:lnSpc>
              <a:spcBef>
                <a:spcPct val="0"/>
              </a:spcBef>
            </a:pPr>
            <a:r>
              <a:rPr lang="en-US" sz="6000">
                <a:solidFill>
                  <a:srgbClr val="000000"/>
                </a:solidFill>
                <a:latin typeface="Arapey"/>
                <a:ea typeface="Arapey"/>
                <a:cs typeface="Arapey"/>
                <a:sym typeface="Arapey"/>
              </a:rPr>
              <a:t>Motivo de la presentación</a:t>
            </a:r>
          </a:p>
        </p:txBody>
      </p:sp>
      <p:sp>
        <p:nvSpPr>
          <p:cNvPr name="TextBox 5" id="5"/>
          <p:cNvSpPr txBox="true"/>
          <p:nvPr/>
        </p:nvSpPr>
        <p:spPr>
          <a:xfrm rot="0">
            <a:off x="1890522" y="3356817"/>
            <a:ext cx="14668126" cy="4790549"/>
          </a:xfrm>
          <a:prstGeom prst="rect">
            <a:avLst/>
          </a:prstGeom>
        </p:spPr>
        <p:txBody>
          <a:bodyPr anchor="t" rtlCol="false" tIns="0" lIns="0" bIns="0" rIns="0">
            <a:spAutoFit/>
          </a:bodyPr>
          <a:lstStyle/>
          <a:p>
            <a:pPr algn="ctr">
              <a:lnSpc>
                <a:spcPts val="4229"/>
              </a:lnSpc>
            </a:pPr>
            <a:r>
              <a:rPr lang="en-US" sz="3020">
                <a:solidFill>
                  <a:srgbClr val="000000"/>
                </a:solidFill>
                <a:latin typeface="Arapey"/>
                <a:ea typeface="Arapey"/>
                <a:cs typeface="Arapey"/>
                <a:sym typeface="Arapey"/>
              </a:rPr>
              <a:t>Como ya sabes mor, hoy es tu cumpleaños.</a:t>
            </a:r>
          </a:p>
          <a:p>
            <a:pPr algn="ctr">
              <a:lnSpc>
                <a:spcPts val="4229"/>
              </a:lnSpc>
            </a:pPr>
            <a:r>
              <a:rPr lang="en-US" sz="3020">
                <a:solidFill>
                  <a:srgbClr val="000000"/>
                </a:solidFill>
                <a:latin typeface="Arapey"/>
                <a:ea typeface="Arapey"/>
                <a:cs typeface="Arapey"/>
                <a:sym typeface="Arapey"/>
              </a:rPr>
              <a:t>Asi que en los tiempos libres que tenia decidi hacer una presentación linda para ti, esto es parte de unos regalos que tengo para ti, independientemente de si lo estas viendo al inicio del dia o en la noche, y si la pasamos juntos o no, quiero que sepas que te amo demasiado, y que por ti haria lo que fuera, y que hoy no solo cumples años, tambien significa que cada vez falta menos para el dia de nuestra boda jskjdkj, pero bueno mor, espero que la presentación sea de tu agrado y te guste.</a:t>
            </a:r>
          </a:p>
          <a:p>
            <a:pPr algn="ctr">
              <a:lnSpc>
                <a:spcPts val="4229"/>
              </a:lnSpc>
            </a:pPr>
          </a:p>
          <a:p>
            <a:pPr algn="ctr">
              <a:lnSpc>
                <a:spcPts val="4229"/>
              </a:lnSpc>
              <a:spcBef>
                <a:spcPct val="0"/>
              </a:spcBef>
            </a:pPr>
            <a:r>
              <a:rPr lang="en-US" sz="3020">
                <a:solidFill>
                  <a:srgbClr val="000000"/>
                </a:solidFill>
                <a:latin typeface="Arapey"/>
                <a:ea typeface="Arapey"/>
                <a:cs typeface="Arapey"/>
                <a:sym typeface="Arapey"/>
              </a:rPr>
              <a:t>FELIZ CUMPLEAÑOS, MI CIELOOOOOOO</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468576">
            <a:off x="3786175" y="2126825"/>
            <a:ext cx="4209311" cy="6602277"/>
            <a:chOff x="0" y="0"/>
            <a:chExt cx="2396145" cy="3758339"/>
          </a:xfrm>
        </p:grpSpPr>
        <p:sp>
          <p:nvSpPr>
            <p:cNvPr name="Freeform 4" id="4"/>
            <p:cNvSpPr/>
            <p:nvPr/>
          </p:nvSpPr>
          <p:spPr>
            <a:xfrm flipH="false" flipV="false" rot="0">
              <a:off x="-794" y="-1151"/>
              <a:ext cx="2395738" cy="3749999"/>
            </a:xfrm>
            <a:custGeom>
              <a:avLst/>
              <a:gdLst/>
              <a:ahLst/>
              <a:cxnLst/>
              <a:rect r="r" b="b" t="t" l="l"/>
              <a:pathLst>
                <a:path h="3749999" w="2395738">
                  <a:moveTo>
                    <a:pt x="2395658" y="3318169"/>
                  </a:moveTo>
                  <a:cubicBezTo>
                    <a:pt x="2394376" y="2380958"/>
                    <a:pt x="2379000" y="1113942"/>
                    <a:pt x="2379000" y="179103"/>
                  </a:cubicBezTo>
                  <a:cubicBezTo>
                    <a:pt x="2379000" y="164867"/>
                    <a:pt x="2380282" y="150630"/>
                    <a:pt x="2380282" y="138767"/>
                  </a:cubicBezTo>
                  <a:cubicBezTo>
                    <a:pt x="2379000" y="136394"/>
                    <a:pt x="2377719" y="136394"/>
                    <a:pt x="2376438" y="134022"/>
                  </a:cubicBezTo>
                  <a:cubicBezTo>
                    <a:pt x="2376438" y="134022"/>
                    <a:pt x="2375156" y="136394"/>
                    <a:pt x="2375156" y="138767"/>
                  </a:cubicBezTo>
                  <a:cubicBezTo>
                    <a:pt x="2372593" y="150630"/>
                    <a:pt x="2367468" y="150630"/>
                    <a:pt x="2362342" y="150630"/>
                  </a:cubicBezTo>
                  <a:cubicBezTo>
                    <a:pt x="2355936" y="148258"/>
                    <a:pt x="2349529" y="136394"/>
                    <a:pt x="2341841" y="141140"/>
                  </a:cubicBezTo>
                  <a:cubicBezTo>
                    <a:pt x="2339278" y="143512"/>
                    <a:pt x="2334153" y="138767"/>
                    <a:pt x="2332871" y="134022"/>
                  </a:cubicBezTo>
                  <a:cubicBezTo>
                    <a:pt x="2329027" y="124531"/>
                    <a:pt x="2323902" y="124531"/>
                    <a:pt x="2318776" y="129276"/>
                  </a:cubicBezTo>
                  <a:cubicBezTo>
                    <a:pt x="2316214" y="131649"/>
                    <a:pt x="2313651" y="129276"/>
                    <a:pt x="2311088" y="129276"/>
                  </a:cubicBezTo>
                  <a:cubicBezTo>
                    <a:pt x="2307244" y="129276"/>
                    <a:pt x="2302118" y="126903"/>
                    <a:pt x="2298274" y="124531"/>
                  </a:cubicBezTo>
                  <a:cubicBezTo>
                    <a:pt x="2296993" y="124531"/>
                    <a:pt x="2294431" y="122158"/>
                    <a:pt x="2293149" y="122158"/>
                  </a:cubicBezTo>
                  <a:cubicBezTo>
                    <a:pt x="2289305" y="119785"/>
                    <a:pt x="2285461" y="112667"/>
                    <a:pt x="2281617" y="122158"/>
                  </a:cubicBezTo>
                  <a:cubicBezTo>
                    <a:pt x="2281617" y="122158"/>
                    <a:pt x="2279054" y="122158"/>
                    <a:pt x="2277773" y="119785"/>
                  </a:cubicBezTo>
                  <a:cubicBezTo>
                    <a:pt x="2276491" y="115040"/>
                    <a:pt x="2275210" y="107922"/>
                    <a:pt x="2273929" y="103177"/>
                  </a:cubicBezTo>
                  <a:cubicBezTo>
                    <a:pt x="2271366" y="96059"/>
                    <a:pt x="2271366" y="84195"/>
                    <a:pt x="2267522" y="79450"/>
                  </a:cubicBezTo>
                  <a:cubicBezTo>
                    <a:pt x="2264959" y="77077"/>
                    <a:pt x="2263678" y="74704"/>
                    <a:pt x="2262396" y="69959"/>
                  </a:cubicBezTo>
                  <a:cubicBezTo>
                    <a:pt x="2262396" y="67586"/>
                    <a:pt x="2259834" y="65214"/>
                    <a:pt x="2259834" y="62841"/>
                  </a:cubicBezTo>
                  <a:lnTo>
                    <a:pt x="2255990" y="55723"/>
                  </a:lnTo>
                  <a:cubicBezTo>
                    <a:pt x="2254708" y="50977"/>
                    <a:pt x="2253427" y="43859"/>
                    <a:pt x="2250864" y="41487"/>
                  </a:cubicBezTo>
                  <a:cubicBezTo>
                    <a:pt x="2245739" y="34369"/>
                    <a:pt x="2244457" y="24878"/>
                    <a:pt x="2247020" y="13014"/>
                  </a:cubicBezTo>
                  <a:cubicBezTo>
                    <a:pt x="2243176" y="10642"/>
                    <a:pt x="2240613" y="5896"/>
                    <a:pt x="2236769" y="5896"/>
                  </a:cubicBezTo>
                  <a:cubicBezTo>
                    <a:pt x="2221393" y="8269"/>
                    <a:pt x="2204735" y="13014"/>
                    <a:pt x="2189359" y="15387"/>
                  </a:cubicBezTo>
                  <a:cubicBezTo>
                    <a:pt x="2186796" y="15387"/>
                    <a:pt x="2182952" y="17760"/>
                    <a:pt x="2181671" y="20133"/>
                  </a:cubicBezTo>
                  <a:cubicBezTo>
                    <a:pt x="2171420" y="31996"/>
                    <a:pt x="2161169" y="22505"/>
                    <a:pt x="2150918" y="20133"/>
                  </a:cubicBezTo>
                  <a:cubicBezTo>
                    <a:pt x="2143230" y="20133"/>
                    <a:pt x="2135542" y="13014"/>
                    <a:pt x="2127854" y="10642"/>
                  </a:cubicBezTo>
                  <a:cubicBezTo>
                    <a:pt x="2118884" y="8269"/>
                    <a:pt x="2111196" y="10642"/>
                    <a:pt x="2102226" y="8269"/>
                  </a:cubicBezTo>
                  <a:cubicBezTo>
                    <a:pt x="2100945" y="8269"/>
                    <a:pt x="2099663" y="5896"/>
                    <a:pt x="2098382" y="3524"/>
                  </a:cubicBezTo>
                  <a:cubicBezTo>
                    <a:pt x="2095819" y="-1389"/>
                    <a:pt x="2090694" y="-119"/>
                    <a:pt x="2088131" y="1151"/>
                  </a:cubicBezTo>
                  <a:cubicBezTo>
                    <a:pt x="2084287" y="5896"/>
                    <a:pt x="2083006" y="13014"/>
                    <a:pt x="2080443" y="20133"/>
                  </a:cubicBezTo>
                  <a:cubicBezTo>
                    <a:pt x="2074036" y="22505"/>
                    <a:pt x="2065067" y="24878"/>
                    <a:pt x="2058660" y="31996"/>
                  </a:cubicBezTo>
                  <a:cubicBezTo>
                    <a:pt x="2053535" y="36741"/>
                    <a:pt x="2050972" y="39114"/>
                    <a:pt x="2047128" y="34369"/>
                  </a:cubicBezTo>
                  <a:lnTo>
                    <a:pt x="2045846" y="36741"/>
                  </a:lnTo>
                  <a:cubicBezTo>
                    <a:pt x="2048409" y="41487"/>
                    <a:pt x="2049690" y="48605"/>
                    <a:pt x="2052253" y="53350"/>
                  </a:cubicBezTo>
                  <a:cubicBezTo>
                    <a:pt x="2048409" y="55723"/>
                    <a:pt x="2043284" y="60468"/>
                    <a:pt x="2040721" y="58096"/>
                  </a:cubicBezTo>
                  <a:cubicBezTo>
                    <a:pt x="2034314" y="55723"/>
                    <a:pt x="2031751" y="60468"/>
                    <a:pt x="2026626" y="65214"/>
                  </a:cubicBezTo>
                  <a:cubicBezTo>
                    <a:pt x="2021501" y="72332"/>
                    <a:pt x="2015094" y="77077"/>
                    <a:pt x="2009968" y="81822"/>
                  </a:cubicBezTo>
                  <a:cubicBezTo>
                    <a:pt x="2008687" y="81822"/>
                    <a:pt x="2007405" y="81822"/>
                    <a:pt x="2006124" y="79450"/>
                  </a:cubicBezTo>
                  <a:cubicBezTo>
                    <a:pt x="2004843" y="79450"/>
                    <a:pt x="2003561" y="77077"/>
                    <a:pt x="2003561" y="77077"/>
                  </a:cubicBezTo>
                  <a:cubicBezTo>
                    <a:pt x="1997155" y="81822"/>
                    <a:pt x="1990748" y="86568"/>
                    <a:pt x="1984341" y="81822"/>
                  </a:cubicBezTo>
                  <a:cubicBezTo>
                    <a:pt x="1983060" y="81822"/>
                    <a:pt x="1983060" y="84195"/>
                    <a:pt x="1981778" y="84195"/>
                  </a:cubicBezTo>
                  <a:cubicBezTo>
                    <a:pt x="1974090" y="88940"/>
                    <a:pt x="1968965" y="105549"/>
                    <a:pt x="1958714" y="105549"/>
                  </a:cubicBezTo>
                  <a:cubicBezTo>
                    <a:pt x="1951026" y="105549"/>
                    <a:pt x="1943337" y="117413"/>
                    <a:pt x="1935649" y="117413"/>
                  </a:cubicBezTo>
                  <a:cubicBezTo>
                    <a:pt x="1926680" y="119785"/>
                    <a:pt x="1918992" y="124531"/>
                    <a:pt x="1911303" y="131649"/>
                  </a:cubicBezTo>
                  <a:cubicBezTo>
                    <a:pt x="1908741" y="134022"/>
                    <a:pt x="1906178" y="134022"/>
                    <a:pt x="1904897" y="134022"/>
                  </a:cubicBezTo>
                  <a:cubicBezTo>
                    <a:pt x="1898490" y="129276"/>
                    <a:pt x="1894646" y="136394"/>
                    <a:pt x="1892083" y="143512"/>
                  </a:cubicBezTo>
                  <a:cubicBezTo>
                    <a:pt x="1885676" y="160121"/>
                    <a:pt x="1875425" y="164867"/>
                    <a:pt x="1866456" y="169612"/>
                  </a:cubicBezTo>
                  <a:cubicBezTo>
                    <a:pt x="1854923" y="174357"/>
                    <a:pt x="1843391" y="176730"/>
                    <a:pt x="1831859" y="179103"/>
                  </a:cubicBezTo>
                  <a:cubicBezTo>
                    <a:pt x="1830578" y="179103"/>
                    <a:pt x="1829296" y="186221"/>
                    <a:pt x="1826734" y="188593"/>
                  </a:cubicBezTo>
                  <a:cubicBezTo>
                    <a:pt x="1825452" y="188593"/>
                    <a:pt x="1824171" y="186221"/>
                    <a:pt x="1824171" y="186221"/>
                  </a:cubicBezTo>
                  <a:cubicBezTo>
                    <a:pt x="1817764" y="200457"/>
                    <a:pt x="1813920" y="221811"/>
                    <a:pt x="1801106" y="219438"/>
                  </a:cubicBezTo>
                  <a:lnTo>
                    <a:pt x="1799825" y="219438"/>
                  </a:lnTo>
                  <a:cubicBezTo>
                    <a:pt x="1789574" y="231302"/>
                    <a:pt x="1779323" y="226556"/>
                    <a:pt x="1770354" y="221811"/>
                  </a:cubicBezTo>
                  <a:cubicBezTo>
                    <a:pt x="1767791" y="221811"/>
                    <a:pt x="1763947" y="217066"/>
                    <a:pt x="1762666" y="212320"/>
                  </a:cubicBezTo>
                  <a:cubicBezTo>
                    <a:pt x="1758821" y="198084"/>
                    <a:pt x="1748570" y="193339"/>
                    <a:pt x="1740882" y="198084"/>
                  </a:cubicBezTo>
                  <a:cubicBezTo>
                    <a:pt x="1734475" y="202830"/>
                    <a:pt x="1728069" y="205202"/>
                    <a:pt x="1721662" y="209948"/>
                  </a:cubicBezTo>
                  <a:cubicBezTo>
                    <a:pt x="1711411" y="214693"/>
                    <a:pt x="1702441" y="217066"/>
                    <a:pt x="1692191" y="207575"/>
                  </a:cubicBezTo>
                  <a:cubicBezTo>
                    <a:pt x="1681940" y="198084"/>
                    <a:pt x="1674252" y="205202"/>
                    <a:pt x="1669126" y="226556"/>
                  </a:cubicBezTo>
                  <a:cubicBezTo>
                    <a:pt x="1665282" y="240793"/>
                    <a:pt x="1655031" y="243165"/>
                    <a:pt x="1648624" y="231302"/>
                  </a:cubicBezTo>
                  <a:cubicBezTo>
                    <a:pt x="1644780" y="224184"/>
                    <a:pt x="1642217" y="226556"/>
                    <a:pt x="1638374" y="231302"/>
                  </a:cubicBezTo>
                  <a:lnTo>
                    <a:pt x="1630685" y="245538"/>
                  </a:lnTo>
                  <a:cubicBezTo>
                    <a:pt x="1629404" y="247911"/>
                    <a:pt x="1626841" y="247911"/>
                    <a:pt x="1625560" y="247911"/>
                  </a:cubicBezTo>
                  <a:lnTo>
                    <a:pt x="1617872" y="247911"/>
                  </a:lnTo>
                  <a:cubicBezTo>
                    <a:pt x="1612746" y="247911"/>
                    <a:pt x="1607621" y="245538"/>
                    <a:pt x="1602495" y="243165"/>
                  </a:cubicBezTo>
                  <a:cubicBezTo>
                    <a:pt x="1596089" y="240793"/>
                    <a:pt x="1590963" y="233674"/>
                    <a:pt x="1584556" y="231302"/>
                  </a:cubicBezTo>
                  <a:cubicBezTo>
                    <a:pt x="1574305" y="228929"/>
                    <a:pt x="1571743" y="212320"/>
                    <a:pt x="1567899" y="200457"/>
                  </a:cubicBezTo>
                  <a:cubicBezTo>
                    <a:pt x="1565336" y="193339"/>
                    <a:pt x="1560210" y="183848"/>
                    <a:pt x="1555085" y="186221"/>
                  </a:cubicBezTo>
                  <a:cubicBezTo>
                    <a:pt x="1549960" y="190966"/>
                    <a:pt x="1544834" y="186221"/>
                    <a:pt x="1540990" y="183848"/>
                  </a:cubicBezTo>
                  <a:cubicBezTo>
                    <a:pt x="1539709" y="183848"/>
                    <a:pt x="1537146" y="181475"/>
                    <a:pt x="1535865" y="181475"/>
                  </a:cubicBezTo>
                  <a:cubicBezTo>
                    <a:pt x="1526895" y="176730"/>
                    <a:pt x="1520488" y="186221"/>
                    <a:pt x="1514081" y="198084"/>
                  </a:cubicBezTo>
                  <a:lnTo>
                    <a:pt x="1508956" y="207575"/>
                  </a:lnTo>
                  <a:cubicBezTo>
                    <a:pt x="1507675" y="209948"/>
                    <a:pt x="1507675" y="214693"/>
                    <a:pt x="1506393" y="217066"/>
                  </a:cubicBezTo>
                  <a:cubicBezTo>
                    <a:pt x="1498705" y="228929"/>
                    <a:pt x="1491017" y="224184"/>
                    <a:pt x="1482047" y="217066"/>
                  </a:cubicBezTo>
                  <a:cubicBezTo>
                    <a:pt x="1474359" y="209948"/>
                    <a:pt x="1465390" y="217066"/>
                    <a:pt x="1462827" y="231302"/>
                  </a:cubicBezTo>
                  <a:cubicBezTo>
                    <a:pt x="1461546" y="240793"/>
                    <a:pt x="1460264" y="247911"/>
                    <a:pt x="1453857" y="252656"/>
                  </a:cubicBezTo>
                  <a:cubicBezTo>
                    <a:pt x="1447451" y="259774"/>
                    <a:pt x="1439762" y="264519"/>
                    <a:pt x="1438481" y="281128"/>
                  </a:cubicBezTo>
                  <a:cubicBezTo>
                    <a:pt x="1438481" y="283501"/>
                    <a:pt x="1437200" y="285874"/>
                    <a:pt x="1435918" y="285874"/>
                  </a:cubicBezTo>
                  <a:cubicBezTo>
                    <a:pt x="1432074" y="288246"/>
                    <a:pt x="1429512" y="290619"/>
                    <a:pt x="1425668" y="292992"/>
                  </a:cubicBezTo>
                  <a:lnTo>
                    <a:pt x="1414135" y="292992"/>
                  </a:lnTo>
                  <a:cubicBezTo>
                    <a:pt x="1406447" y="290619"/>
                    <a:pt x="1398759" y="285874"/>
                    <a:pt x="1391071" y="283501"/>
                  </a:cubicBezTo>
                  <a:cubicBezTo>
                    <a:pt x="1382101" y="281128"/>
                    <a:pt x="1374413" y="290619"/>
                    <a:pt x="1365444" y="292992"/>
                  </a:cubicBezTo>
                  <a:lnTo>
                    <a:pt x="1364162" y="295364"/>
                  </a:lnTo>
                  <a:cubicBezTo>
                    <a:pt x="1361600" y="302482"/>
                    <a:pt x="1357755" y="300110"/>
                    <a:pt x="1355193" y="295364"/>
                  </a:cubicBezTo>
                  <a:cubicBezTo>
                    <a:pt x="1350067" y="285874"/>
                    <a:pt x="1341098" y="283501"/>
                    <a:pt x="1334691" y="288246"/>
                  </a:cubicBezTo>
                  <a:cubicBezTo>
                    <a:pt x="1327003" y="295364"/>
                    <a:pt x="1319315" y="300110"/>
                    <a:pt x="1311626" y="304855"/>
                  </a:cubicBezTo>
                  <a:cubicBezTo>
                    <a:pt x="1309064" y="304855"/>
                    <a:pt x="1306501" y="302482"/>
                    <a:pt x="1305220" y="302482"/>
                  </a:cubicBezTo>
                  <a:cubicBezTo>
                    <a:pt x="1302657" y="302482"/>
                    <a:pt x="1298813" y="300110"/>
                    <a:pt x="1297531" y="302482"/>
                  </a:cubicBezTo>
                  <a:cubicBezTo>
                    <a:pt x="1287280" y="316719"/>
                    <a:pt x="1277030" y="311973"/>
                    <a:pt x="1268060" y="302482"/>
                  </a:cubicBezTo>
                  <a:cubicBezTo>
                    <a:pt x="1262935" y="297737"/>
                    <a:pt x="1255246" y="292992"/>
                    <a:pt x="1252684" y="278756"/>
                  </a:cubicBezTo>
                  <a:cubicBezTo>
                    <a:pt x="1251402" y="269265"/>
                    <a:pt x="1246277" y="259774"/>
                    <a:pt x="1242433" y="252656"/>
                  </a:cubicBezTo>
                  <a:cubicBezTo>
                    <a:pt x="1236026" y="240793"/>
                    <a:pt x="1229619" y="224184"/>
                    <a:pt x="1218087" y="224184"/>
                  </a:cubicBezTo>
                  <a:cubicBezTo>
                    <a:pt x="1215524" y="224184"/>
                    <a:pt x="1212961" y="214693"/>
                    <a:pt x="1211680" y="217066"/>
                  </a:cubicBezTo>
                  <a:cubicBezTo>
                    <a:pt x="1206555" y="219438"/>
                    <a:pt x="1206555" y="214693"/>
                    <a:pt x="1203992" y="209948"/>
                  </a:cubicBezTo>
                  <a:cubicBezTo>
                    <a:pt x="1201429" y="205202"/>
                    <a:pt x="1197585" y="200457"/>
                    <a:pt x="1195023" y="193339"/>
                  </a:cubicBezTo>
                  <a:cubicBezTo>
                    <a:pt x="1191178" y="183848"/>
                    <a:pt x="1187334" y="171985"/>
                    <a:pt x="1183490" y="162494"/>
                  </a:cubicBezTo>
                  <a:cubicBezTo>
                    <a:pt x="1179646" y="153003"/>
                    <a:pt x="1177083" y="141140"/>
                    <a:pt x="1173239" y="131649"/>
                  </a:cubicBezTo>
                  <a:cubicBezTo>
                    <a:pt x="1171958" y="129276"/>
                    <a:pt x="1168114" y="126903"/>
                    <a:pt x="1166833" y="129276"/>
                  </a:cubicBezTo>
                  <a:lnTo>
                    <a:pt x="1151456" y="143512"/>
                  </a:lnTo>
                  <a:cubicBezTo>
                    <a:pt x="1148893" y="145885"/>
                    <a:pt x="1147612" y="150630"/>
                    <a:pt x="1146331" y="155376"/>
                  </a:cubicBezTo>
                  <a:lnTo>
                    <a:pt x="1145049" y="153003"/>
                  </a:lnTo>
                  <a:cubicBezTo>
                    <a:pt x="1146331" y="145885"/>
                    <a:pt x="1147612" y="138767"/>
                    <a:pt x="1148893" y="136394"/>
                  </a:cubicBezTo>
                  <a:lnTo>
                    <a:pt x="1133517" y="129276"/>
                  </a:lnTo>
                  <a:cubicBezTo>
                    <a:pt x="1129673" y="126903"/>
                    <a:pt x="1123266" y="126903"/>
                    <a:pt x="1120704" y="126903"/>
                  </a:cubicBezTo>
                  <a:lnTo>
                    <a:pt x="1100202" y="126903"/>
                  </a:lnTo>
                  <a:cubicBezTo>
                    <a:pt x="1092514" y="126903"/>
                    <a:pt x="1086107" y="124531"/>
                    <a:pt x="1078419" y="126903"/>
                  </a:cubicBezTo>
                  <a:cubicBezTo>
                    <a:pt x="1073293" y="129276"/>
                    <a:pt x="1069449" y="124531"/>
                    <a:pt x="1065605" y="119785"/>
                  </a:cubicBezTo>
                  <a:cubicBezTo>
                    <a:pt x="1055354" y="105549"/>
                    <a:pt x="1045103" y="88940"/>
                    <a:pt x="1031008" y="96059"/>
                  </a:cubicBezTo>
                  <a:cubicBezTo>
                    <a:pt x="1029727" y="96059"/>
                    <a:pt x="1027164" y="93686"/>
                    <a:pt x="1025883" y="91313"/>
                  </a:cubicBezTo>
                  <a:cubicBezTo>
                    <a:pt x="1022039" y="88940"/>
                    <a:pt x="1019476" y="84195"/>
                    <a:pt x="1014351" y="79450"/>
                  </a:cubicBezTo>
                  <a:cubicBezTo>
                    <a:pt x="1014351" y="86568"/>
                    <a:pt x="1014351" y="88940"/>
                    <a:pt x="1015632" y="93686"/>
                  </a:cubicBezTo>
                  <a:cubicBezTo>
                    <a:pt x="1013069" y="98431"/>
                    <a:pt x="1011788" y="96059"/>
                    <a:pt x="1010506" y="93686"/>
                  </a:cubicBezTo>
                  <a:cubicBezTo>
                    <a:pt x="1009225" y="96059"/>
                    <a:pt x="1007944" y="100804"/>
                    <a:pt x="1006662" y="100804"/>
                  </a:cubicBezTo>
                  <a:cubicBezTo>
                    <a:pt x="1000256" y="105549"/>
                    <a:pt x="993849" y="107922"/>
                    <a:pt x="987442" y="112667"/>
                  </a:cubicBezTo>
                  <a:cubicBezTo>
                    <a:pt x="984879" y="115040"/>
                    <a:pt x="982317" y="117413"/>
                    <a:pt x="981035" y="119785"/>
                  </a:cubicBezTo>
                  <a:cubicBezTo>
                    <a:pt x="975910" y="126903"/>
                    <a:pt x="972066" y="138767"/>
                    <a:pt x="963096" y="136394"/>
                  </a:cubicBezTo>
                  <a:cubicBezTo>
                    <a:pt x="961815" y="136394"/>
                    <a:pt x="959252" y="141140"/>
                    <a:pt x="956689" y="141140"/>
                  </a:cubicBezTo>
                  <a:cubicBezTo>
                    <a:pt x="954127" y="143512"/>
                    <a:pt x="950282" y="143512"/>
                    <a:pt x="947720" y="145885"/>
                  </a:cubicBezTo>
                  <a:lnTo>
                    <a:pt x="945157" y="145885"/>
                  </a:lnTo>
                  <a:cubicBezTo>
                    <a:pt x="937469" y="150630"/>
                    <a:pt x="931062" y="155376"/>
                    <a:pt x="923374" y="157748"/>
                  </a:cubicBezTo>
                  <a:lnTo>
                    <a:pt x="918248" y="157748"/>
                  </a:lnTo>
                  <a:cubicBezTo>
                    <a:pt x="911842" y="157748"/>
                    <a:pt x="906716" y="155376"/>
                    <a:pt x="900309" y="155376"/>
                  </a:cubicBezTo>
                  <a:cubicBezTo>
                    <a:pt x="893903" y="155376"/>
                    <a:pt x="887496" y="160121"/>
                    <a:pt x="881089" y="160121"/>
                  </a:cubicBezTo>
                  <a:cubicBezTo>
                    <a:pt x="873401" y="160121"/>
                    <a:pt x="864431" y="160121"/>
                    <a:pt x="858025" y="150630"/>
                  </a:cubicBezTo>
                  <a:cubicBezTo>
                    <a:pt x="856743" y="148258"/>
                    <a:pt x="852899" y="148258"/>
                    <a:pt x="850336" y="150630"/>
                  </a:cubicBezTo>
                  <a:cubicBezTo>
                    <a:pt x="841367" y="153003"/>
                    <a:pt x="832397" y="155376"/>
                    <a:pt x="824709" y="160121"/>
                  </a:cubicBezTo>
                  <a:cubicBezTo>
                    <a:pt x="817021" y="164867"/>
                    <a:pt x="813177" y="160121"/>
                    <a:pt x="810614" y="148258"/>
                  </a:cubicBezTo>
                  <a:cubicBezTo>
                    <a:pt x="809333" y="143512"/>
                    <a:pt x="806770" y="138767"/>
                    <a:pt x="804207" y="134022"/>
                  </a:cubicBezTo>
                  <a:cubicBezTo>
                    <a:pt x="800363" y="129276"/>
                    <a:pt x="796519" y="122158"/>
                    <a:pt x="792675" y="122158"/>
                  </a:cubicBezTo>
                  <a:cubicBezTo>
                    <a:pt x="783706" y="122158"/>
                    <a:pt x="778580" y="112667"/>
                    <a:pt x="772173" y="105549"/>
                  </a:cubicBezTo>
                  <a:cubicBezTo>
                    <a:pt x="761922" y="93686"/>
                    <a:pt x="752953" y="79450"/>
                    <a:pt x="740139" y="81822"/>
                  </a:cubicBezTo>
                  <a:lnTo>
                    <a:pt x="740139" y="69959"/>
                  </a:lnTo>
                  <a:cubicBezTo>
                    <a:pt x="742702" y="69959"/>
                    <a:pt x="745265" y="69959"/>
                    <a:pt x="747827" y="67586"/>
                  </a:cubicBezTo>
                  <a:cubicBezTo>
                    <a:pt x="743983" y="62841"/>
                    <a:pt x="743983" y="55723"/>
                    <a:pt x="741421" y="50977"/>
                  </a:cubicBezTo>
                  <a:cubicBezTo>
                    <a:pt x="736295" y="43859"/>
                    <a:pt x="731170" y="41487"/>
                    <a:pt x="726044" y="36741"/>
                  </a:cubicBezTo>
                  <a:cubicBezTo>
                    <a:pt x="722200" y="34369"/>
                    <a:pt x="717075" y="34369"/>
                    <a:pt x="719638" y="46232"/>
                  </a:cubicBezTo>
                  <a:cubicBezTo>
                    <a:pt x="713231" y="48605"/>
                    <a:pt x="708105" y="48605"/>
                    <a:pt x="705543" y="53350"/>
                  </a:cubicBezTo>
                  <a:cubicBezTo>
                    <a:pt x="700417" y="60468"/>
                    <a:pt x="695292" y="55723"/>
                    <a:pt x="691448" y="50977"/>
                  </a:cubicBezTo>
                  <a:cubicBezTo>
                    <a:pt x="688885" y="48605"/>
                    <a:pt x="686322" y="46232"/>
                    <a:pt x="683759" y="48605"/>
                  </a:cubicBezTo>
                  <a:cubicBezTo>
                    <a:pt x="668383" y="62841"/>
                    <a:pt x="653007" y="55723"/>
                    <a:pt x="637630" y="55723"/>
                  </a:cubicBezTo>
                  <a:cubicBezTo>
                    <a:pt x="635068" y="55723"/>
                    <a:pt x="632505" y="53350"/>
                    <a:pt x="628661" y="53350"/>
                  </a:cubicBezTo>
                  <a:cubicBezTo>
                    <a:pt x="623535" y="50977"/>
                    <a:pt x="619691" y="46232"/>
                    <a:pt x="614566" y="43859"/>
                  </a:cubicBezTo>
                  <a:cubicBezTo>
                    <a:pt x="609440" y="41487"/>
                    <a:pt x="603034" y="39114"/>
                    <a:pt x="597908" y="36741"/>
                  </a:cubicBezTo>
                  <a:lnTo>
                    <a:pt x="594064" y="36741"/>
                  </a:lnTo>
                  <a:cubicBezTo>
                    <a:pt x="585095" y="36741"/>
                    <a:pt x="576125" y="39114"/>
                    <a:pt x="568437" y="39114"/>
                  </a:cubicBezTo>
                  <a:cubicBezTo>
                    <a:pt x="562030" y="39114"/>
                    <a:pt x="555623" y="34369"/>
                    <a:pt x="547935" y="31996"/>
                  </a:cubicBezTo>
                  <a:cubicBezTo>
                    <a:pt x="546654" y="13014"/>
                    <a:pt x="536403" y="17760"/>
                    <a:pt x="529996" y="8269"/>
                  </a:cubicBezTo>
                  <a:cubicBezTo>
                    <a:pt x="528715" y="5896"/>
                    <a:pt x="526152" y="8269"/>
                    <a:pt x="524871" y="8269"/>
                  </a:cubicBezTo>
                  <a:cubicBezTo>
                    <a:pt x="517182" y="5896"/>
                    <a:pt x="512057" y="13014"/>
                    <a:pt x="509494" y="24878"/>
                  </a:cubicBezTo>
                  <a:cubicBezTo>
                    <a:pt x="505650" y="36741"/>
                    <a:pt x="495399" y="41487"/>
                    <a:pt x="499243" y="60468"/>
                  </a:cubicBezTo>
                  <a:cubicBezTo>
                    <a:pt x="500525" y="62841"/>
                    <a:pt x="503087" y="65214"/>
                    <a:pt x="504369" y="69959"/>
                  </a:cubicBezTo>
                  <a:cubicBezTo>
                    <a:pt x="504369" y="77077"/>
                    <a:pt x="503087" y="81822"/>
                    <a:pt x="499243" y="79450"/>
                  </a:cubicBezTo>
                  <a:cubicBezTo>
                    <a:pt x="497962" y="79450"/>
                    <a:pt x="496681" y="84195"/>
                    <a:pt x="495399" y="86568"/>
                  </a:cubicBezTo>
                  <a:cubicBezTo>
                    <a:pt x="494118" y="88940"/>
                    <a:pt x="494118" y="93686"/>
                    <a:pt x="492837" y="93686"/>
                  </a:cubicBezTo>
                  <a:cubicBezTo>
                    <a:pt x="485148" y="98431"/>
                    <a:pt x="480023" y="110295"/>
                    <a:pt x="471053" y="107922"/>
                  </a:cubicBezTo>
                  <a:lnTo>
                    <a:pt x="468491" y="107922"/>
                  </a:lnTo>
                  <a:cubicBezTo>
                    <a:pt x="460803" y="119785"/>
                    <a:pt x="453114" y="117413"/>
                    <a:pt x="444145" y="115040"/>
                  </a:cubicBezTo>
                  <a:cubicBezTo>
                    <a:pt x="440301" y="112667"/>
                    <a:pt x="435175" y="115040"/>
                    <a:pt x="430050" y="115040"/>
                  </a:cubicBezTo>
                  <a:cubicBezTo>
                    <a:pt x="426206" y="115040"/>
                    <a:pt x="422362" y="115040"/>
                    <a:pt x="418518" y="110295"/>
                  </a:cubicBezTo>
                  <a:cubicBezTo>
                    <a:pt x="413392" y="105549"/>
                    <a:pt x="408267" y="98431"/>
                    <a:pt x="403141" y="93686"/>
                  </a:cubicBezTo>
                  <a:cubicBezTo>
                    <a:pt x="398016" y="88940"/>
                    <a:pt x="391609" y="88940"/>
                    <a:pt x="391609" y="72332"/>
                  </a:cubicBezTo>
                  <a:cubicBezTo>
                    <a:pt x="391609" y="69959"/>
                    <a:pt x="389046" y="67586"/>
                    <a:pt x="389046" y="65214"/>
                  </a:cubicBezTo>
                  <a:cubicBezTo>
                    <a:pt x="380077" y="79450"/>
                    <a:pt x="372389" y="91313"/>
                    <a:pt x="364700" y="103177"/>
                  </a:cubicBezTo>
                  <a:cubicBezTo>
                    <a:pt x="360856" y="110295"/>
                    <a:pt x="355731" y="119785"/>
                    <a:pt x="358294" y="131649"/>
                  </a:cubicBezTo>
                  <a:cubicBezTo>
                    <a:pt x="358294" y="134022"/>
                    <a:pt x="357012" y="136394"/>
                    <a:pt x="357012" y="138767"/>
                  </a:cubicBezTo>
                  <a:cubicBezTo>
                    <a:pt x="355731" y="143512"/>
                    <a:pt x="354450" y="148258"/>
                    <a:pt x="351887" y="150630"/>
                  </a:cubicBezTo>
                  <a:cubicBezTo>
                    <a:pt x="349324" y="157748"/>
                    <a:pt x="346761" y="164867"/>
                    <a:pt x="344199" y="174357"/>
                  </a:cubicBezTo>
                  <a:lnTo>
                    <a:pt x="336511" y="188593"/>
                  </a:lnTo>
                  <a:cubicBezTo>
                    <a:pt x="333948" y="195711"/>
                    <a:pt x="331385" y="202830"/>
                    <a:pt x="327541" y="207575"/>
                  </a:cubicBezTo>
                  <a:cubicBezTo>
                    <a:pt x="318571" y="221811"/>
                    <a:pt x="309602" y="236047"/>
                    <a:pt x="299351" y="250283"/>
                  </a:cubicBezTo>
                  <a:cubicBezTo>
                    <a:pt x="294226" y="259774"/>
                    <a:pt x="287819" y="266892"/>
                    <a:pt x="282693" y="276383"/>
                  </a:cubicBezTo>
                  <a:cubicBezTo>
                    <a:pt x="273724" y="290619"/>
                    <a:pt x="263473" y="302482"/>
                    <a:pt x="258347" y="323837"/>
                  </a:cubicBezTo>
                  <a:cubicBezTo>
                    <a:pt x="258347" y="326209"/>
                    <a:pt x="255785" y="328582"/>
                    <a:pt x="254503" y="330955"/>
                  </a:cubicBezTo>
                  <a:cubicBezTo>
                    <a:pt x="248097" y="340445"/>
                    <a:pt x="237846" y="340445"/>
                    <a:pt x="237846" y="359427"/>
                  </a:cubicBezTo>
                  <a:cubicBezTo>
                    <a:pt x="227595" y="359427"/>
                    <a:pt x="222469" y="373663"/>
                    <a:pt x="217344" y="385527"/>
                  </a:cubicBezTo>
                  <a:cubicBezTo>
                    <a:pt x="213500" y="395017"/>
                    <a:pt x="209656" y="406881"/>
                    <a:pt x="204530" y="413999"/>
                  </a:cubicBezTo>
                  <a:cubicBezTo>
                    <a:pt x="199405" y="418744"/>
                    <a:pt x="192998" y="416371"/>
                    <a:pt x="186591" y="416371"/>
                  </a:cubicBezTo>
                  <a:cubicBezTo>
                    <a:pt x="184029" y="416371"/>
                    <a:pt x="181466" y="416371"/>
                    <a:pt x="181466" y="418744"/>
                  </a:cubicBezTo>
                  <a:cubicBezTo>
                    <a:pt x="176340" y="428235"/>
                    <a:pt x="169934" y="435353"/>
                    <a:pt x="166090" y="447216"/>
                  </a:cubicBezTo>
                  <a:cubicBezTo>
                    <a:pt x="162245" y="459080"/>
                    <a:pt x="158401" y="466198"/>
                    <a:pt x="151995" y="468571"/>
                  </a:cubicBezTo>
                  <a:cubicBezTo>
                    <a:pt x="145588" y="470943"/>
                    <a:pt x="139181" y="482807"/>
                    <a:pt x="130211" y="475689"/>
                  </a:cubicBezTo>
                  <a:cubicBezTo>
                    <a:pt x="122523" y="470943"/>
                    <a:pt x="113554" y="475689"/>
                    <a:pt x="108428" y="466198"/>
                  </a:cubicBezTo>
                  <a:cubicBezTo>
                    <a:pt x="98177" y="468571"/>
                    <a:pt x="90489" y="473316"/>
                    <a:pt x="81520" y="475689"/>
                  </a:cubicBezTo>
                  <a:cubicBezTo>
                    <a:pt x="71269" y="480434"/>
                    <a:pt x="59737" y="478061"/>
                    <a:pt x="50767" y="492298"/>
                  </a:cubicBezTo>
                  <a:cubicBezTo>
                    <a:pt x="43079" y="504161"/>
                    <a:pt x="36672" y="516024"/>
                    <a:pt x="25140" y="513652"/>
                  </a:cubicBezTo>
                  <a:cubicBezTo>
                    <a:pt x="26421" y="527888"/>
                    <a:pt x="27702" y="539751"/>
                    <a:pt x="28984" y="553987"/>
                  </a:cubicBezTo>
                  <a:cubicBezTo>
                    <a:pt x="31547" y="591950"/>
                    <a:pt x="34109" y="629913"/>
                    <a:pt x="35391" y="667876"/>
                  </a:cubicBezTo>
                  <a:cubicBezTo>
                    <a:pt x="39235" y="715330"/>
                    <a:pt x="40516" y="760411"/>
                    <a:pt x="37953" y="805492"/>
                  </a:cubicBezTo>
                  <a:cubicBezTo>
                    <a:pt x="35391" y="869555"/>
                    <a:pt x="23858" y="3061919"/>
                    <a:pt x="12326" y="3121237"/>
                  </a:cubicBezTo>
                  <a:lnTo>
                    <a:pt x="794" y="3171063"/>
                  </a:lnTo>
                  <a:cubicBezTo>
                    <a:pt x="-1746" y="3182927"/>
                    <a:pt x="2075" y="3190044"/>
                    <a:pt x="8482" y="3192417"/>
                  </a:cubicBezTo>
                  <a:cubicBezTo>
                    <a:pt x="16170" y="3194790"/>
                    <a:pt x="18733" y="3204280"/>
                    <a:pt x="21296" y="3216144"/>
                  </a:cubicBezTo>
                  <a:cubicBezTo>
                    <a:pt x="23858" y="3235126"/>
                    <a:pt x="20014" y="3254107"/>
                    <a:pt x="25140" y="3273088"/>
                  </a:cubicBezTo>
                  <a:cubicBezTo>
                    <a:pt x="27703" y="3282579"/>
                    <a:pt x="25140" y="3299188"/>
                    <a:pt x="23858" y="3313424"/>
                  </a:cubicBezTo>
                  <a:cubicBezTo>
                    <a:pt x="22577" y="3332405"/>
                    <a:pt x="25140" y="3351387"/>
                    <a:pt x="28984" y="3367996"/>
                  </a:cubicBezTo>
                  <a:cubicBezTo>
                    <a:pt x="37953" y="3396469"/>
                    <a:pt x="39235" y="3429686"/>
                    <a:pt x="39235" y="3460531"/>
                  </a:cubicBezTo>
                  <a:cubicBezTo>
                    <a:pt x="39235" y="3467649"/>
                    <a:pt x="40516" y="3474767"/>
                    <a:pt x="41797" y="3479513"/>
                  </a:cubicBezTo>
                  <a:cubicBezTo>
                    <a:pt x="44360" y="3484258"/>
                    <a:pt x="49486" y="3489003"/>
                    <a:pt x="54611" y="3491376"/>
                  </a:cubicBezTo>
                  <a:lnTo>
                    <a:pt x="85364" y="3519848"/>
                  </a:lnTo>
                  <a:cubicBezTo>
                    <a:pt x="99459" y="3534084"/>
                    <a:pt x="110991" y="3531711"/>
                    <a:pt x="123805" y="3515103"/>
                  </a:cubicBezTo>
                  <a:cubicBezTo>
                    <a:pt x="125086" y="3512730"/>
                    <a:pt x="128930" y="3510357"/>
                    <a:pt x="130211" y="3510357"/>
                  </a:cubicBezTo>
                  <a:cubicBezTo>
                    <a:pt x="139181" y="3512730"/>
                    <a:pt x="148150" y="3512730"/>
                    <a:pt x="155839" y="3526966"/>
                  </a:cubicBezTo>
                  <a:cubicBezTo>
                    <a:pt x="164808" y="3541202"/>
                    <a:pt x="177622" y="3550693"/>
                    <a:pt x="187873" y="3562556"/>
                  </a:cubicBezTo>
                  <a:cubicBezTo>
                    <a:pt x="194279" y="3569674"/>
                    <a:pt x="201968" y="3579166"/>
                    <a:pt x="205812" y="3588656"/>
                  </a:cubicBezTo>
                  <a:cubicBezTo>
                    <a:pt x="208374" y="3593401"/>
                    <a:pt x="210937" y="3598147"/>
                    <a:pt x="213500" y="3600519"/>
                  </a:cubicBezTo>
                  <a:cubicBezTo>
                    <a:pt x="227595" y="3610011"/>
                    <a:pt x="235283" y="3633737"/>
                    <a:pt x="244253" y="3652718"/>
                  </a:cubicBezTo>
                  <a:cubicBezTo>
                    <a:pt x="251941" y="3669327"/>
                    <a:pt x="262192" y="3678818"/>
                    <a:pt x="273724" y="3681191"/>
                  </a:cubicBezTo>
                  <a:cubicBezTo>
                    <a:pt x="286537" y="3685937"/>
                    <a:pt x="299351" y="3688309"/>
                    <a:pt x="312165" y="3693054"/>
                  </a:cubicBezTo>
                  <a:cubicBezTo>
                    <a:pt x="317290" y="3695427"/>
                    <a:pt x="323697" y="3697800"/>
                    <a:pt x="328822" y="3702545"/>
                  </a:cubicBezTo>
                  <a:cubicBezTo>
                    <a:pt x="335229" y="3707290"/>
                    <a:pt x="341636" y="3707290"/>
                    <a:pt x="346761" y="3714408"/>
                  </a:cubicBezTo>
                  <a:cubicBezTo>
                    <a:pt x="354450" y="3726272"/>
                    <a:pt x="362138" y="3733390"/>
                    <a:pt x="372389" y="3728645"/>
                  </a:cubicBezTo>
                  <a:cubicBezTo>
                    <a:pt x="376233" y="3726272"/>
                    <a:pt x="381358" y="3731017"/>
                    <a:pt x="385202" y="3733390"/>
                  </a:cubicBezTo>
                  <a:cubicBezTo>
                    <a:pt x="386484" y="3733390"/>
                    <a:pt x="387765" y="3735763"/>
                    <a:pt x="389046" y="3735763"/>
                  </a:cubicBezTo>
                  <a:cubicBezTo>
                    <a:pt x="403141" y="3738135"/>
                    <a:pt x="415955" y="3733390"/>
                    <a:pt x="428769" y="3728645"/>
                  </a:cubicBezTo>
                  <a:cubicBezTo>
                    <a:pt x="433894" y="3726272"/>
                    <a:pt x="439019" y="3723899"/>
                    <a:pt x="444145" y="3719154"/>
                  </a:cubicBezTo>
                  <a:cubicBezTo>
                    <a:pt x="458240" y="3707290"/>
                    <a:pt x="472335" y="3695427"/>
                    <a:pt x="485148" y="3681191"/>
                  </a:cubicBezTo>
                  <a:cubicBezTo>
                    <a:pt x="494118" y="3671700"/>
                    <a:pt x="503087" y="3662209"/>
                    <a:pt x="513338" y="3671700"/>
                  </a:cubicBezTo>
                  <a:lnTo>
                    <a:pt x="518464" y="3671700"/>
                  </a:lnTo>
                  <a:cubicBezTo>
                    <a:pt x="527433" y="3671700"/>
                    <a:pt x="536403" y="3669327"/>
                    <a:pt x="544091" y="3666955"/>
                  </a:cubicBezTo>
                  <a:cubicBezTo>
                    <a:pt x="545372" y="3666955"/>
                    <a:pt x="547935" y="3666955"/>
                    <a:pt x="547935" y="3664582"/>
                  </a:cubicBezTo>
                  <a:cubicBezTo>
                    <a:pt x="551779" y="3655092"/>
                    <a:pt x="558186" y="3655092"/>
                    <a:pt x="564593" y="3652718"/>
                  </a:cubicBezTo>
                  <a:cubicBezTo>
                    <a:pt x="574844" y="3650346"/>
                    <a:pt x="585095" y="3650346"/>
                    <a:pt x="592783" y="3638482"/>
                  </a:cubicBezTo>
                  <a:cubicBezTo>
                    <a:pt x="600471" y="3628992"/>
                    <a:pt x="608159" y="3626619"/>
                    <a:pt x="617129" y="3624246"/>
                  </a:cubicBezTo>
                  <a:cubicBezTo>
                    <a:pt x="618410" y="3624246"/>
                    <a:pt x="620973" y="3621874"/>
                    <a:pt x="622254" y="3621874"/>
                  </a:cubicBezTo>
                  <a:cubicBezTo>
                    <a:pt x="628661" y="3619501"/>
                    <a:pt x="635068" y="3612383"/>
                    <a:pt x="640193" y="3614756"/>
                  </a:cubicBezTo>
                  <a:cubicBezTo>
                    <a:pt x="651725" y="3619501"/>
                    <a:pt x="656851" y="3612383"/>
                    <a:pt x="664539" y="3593401"/>
                  </a:cubicBezTo>
                  <a:cubicBezTo>
                    <a:pt x="665820" y="3588656"/>
                    <a:pt x="669664" y="3586283"/>
                    <a:pt x="672227" y="3583911"/>
                  </a:cubicBezTo>
                  <a:cubicBezTo>
                    <a:pt x="678634" y="3581538"/>
                    <a:pt x="685041" y="3583911"/>
                    <a:pt x="691448" y="3581538"/>
                  </a:cubicBezTo>
                  <a:cubicBezTo>
                    <a:pt x="695292" y="3581538"/>
                    <a:pt x="699136" y="3574420"/>
                    <a:pt x="701698" y="3574420"/>
                  </a:cubicBezTo>
                  <a:cubicBezTo>
                    <a:pt x="711949" y="3576792"/>
                    <a:pt x="723482" y="3569674"/>
                    <a:pt x="732451" y="3581538"/>
                  </a:cubicBezTo>
                  <a:cubicBezTo>
                    <a:pt x="733732" y="3583911"/>
                    <a:pt x="736295" y="3583911"/>
                    <a:pt x="738858" y="3583911"/>
                  </a:cubicBezTo>
                  <a:cubicBezTo>
                    <a:pt x="755516" y="3586283"/>
                    <a:pt x="769611" y="3595774"/>
                    <a:pt x="781143" y="3614756"/>
                  </a:cubicBezTo>
                  <a:cubicBezTo>
                    <a:pt x="784987" y="3621874"/>
                    <a:pt x="790112" y="3626619"/>
                    <a:pt x="793956" y="3631364"/>
                  </a:cubicBezTo>
                  <a:cubicBezTo>
                    <a:pt x="797801" y="3636110"/>
                    <a:pt x="802926" y="3636110"/>
                    <a:pt x="806770" y="3638482"/>
                  </a:cubicBezTo>
                  <a:cubicBezTo>
                    <a:pt x="810614" y="3640855"/>
                    <a:pt x="813177" y="3643228"/>
                    <a:pt x="817021" y="3643228"/>
                  </a:cubicBezTo>
                  <a:cubicBezTo>
                    <a:pt x="823428" y="3643228"/>
                    <a:pt x="828553" y="3647973"/>
                    <a:pt x="832397" y="3657464"/>
                  </a:cubicBezTo>
                  <a:cubicBezTo>
                    <a:pt x="833679" y="3659837"/>
                    <a:pt x="834960" y="3662209"/>
                    <a:pt x="836241" y="3666955"/>
                  </a:cubicBezTo>
                  <a:cubicBezTo>
                    <a:pt x="834960" y="3674073"/>
                    <a:pt x="842648" y="3693054"/>
                    <a:pt x="847774" y="3693054"/>
                  </a:cubicBezTo>
                  <a:cubicBezTo>
                    <a:pt x="856743" y="3693054"/>
                    <a:pt x="865713" y="3697800"/>
                    <a:pt x="873401" y="3709663"/>
                  </a:cubicBezTo>
                  <a:cubicBezTo>
                    <a:pt x="874682" y="3712036"/>
                    <a:pt x="877245" y="3712036"/>
                    <a:pt x="879808" y="3709663"/>
                  </a:cubicBezTo>
                  <a:cubicBezTo>
                    <a:pt x="883652" y="3707290"/>
                    <a:pt x="886214" y="3707290"/>
                    <a:pt x="888777" y="3714408"/>
                  </a:cubicBezTo>
                  <a:cubicBezTo>
                    <a:pt x="890059" y="3716782"/>
                    <a:pt x="895184" y="3716782"/>
                    <a:pt x="897747" y="3716782"/>
                  </a:cubicBezTo>
                  <a:cubicBezTo>
                    <a:pt x="904153" y="3716782"/>
                    <a:pt x="911842" y="3714408"/>
                    <a:pt x="918248" y="3716782"/>
                  </a:cubicBezTo>
                  <a:cubicBezTo>
                    <a:pt x="929781" y="3719154"/>
                    <a:pt x="940032" y="3721527"/>
                    <a:pt x="951564" y="3726272"/>
                  </a:cubicBezTo>
                  <a:cubicBezTo>
                    <a:pt x="954127" y="3726272"/>
                    <a:pt x="956689" y="3728645"/>
                    <a:pt x="957971" y="3731017"/>
                  </a:cubicBezTo>
                  <a:cubicBezTo>
                    <a:pt x="960533" y="3742881"/>
                    <a:pt x="966940" y="3742881"/>
                    <a:pt x="970784" y="3745253"/>
                  </a:cubicBezTo>
                  <a:cubicBezTo>
                    <a:pt x="974628" y="3747626"/>
                    <a:pt x="979754" y="3749999"/>
                    <a:pt x="982317" y="3749999"/>
                  </a:cubicBezTo>
                  <a:cubicBezTo>
                    <a:pt x="983598" y="3747626"/>
                    <a:pt x="986161" y="3745253"/>
                    <a:pt x="988723" y="3740508"/>
                  </a:cubicBezTo>
                  <a:cubicBezTo>
                    <a:pt x="983598" y="3740508"/>
                    <a:pt x="981035" y="3742881"/>
                    <a:pt x="978473" y="3742881"/>
                  </a:cubicBezTo>
                  <a:cubicBezTo>
                    <a:pt x="983598" y="3731017"/>
                    <a:pt x="988723" y="3728645"/>
                    <a:pt x="995130" y="3735763"/>
                  </a:cubicBezTo>
                  <a:cubicBezTo>
                    <a:pt x="1002818" y="3747626"/>
                    <a:pt x="1009225" y="3747626"/>
                    <a:pt x="1018195" y="3735763"/>
                  </a:cubicBezTo>
                  <a:lnTo>
                    <a:pt x="1025883" y="3728645"/>
                  </a:lnTo>
                  <a:lnTo>
                    <a:pt x="1025883" y="3716782"/>
                  </a:lnTo>
                  <a:cubicBezTo>
                    <a:pt x="1029727" y="3719154"/>
                    <a:pt x="1033571" y="3723899"/>
                    <a:pt x="1036134" y="3723899"/>
                  </a:cubicBezTo>
                  <a:cubicBezTo>
                    <a:pt x="1043822" y="3716782"/>
                    <a:pt x="1051510" y="3709663"/>
                    <a:pt x="1057917" y="3700172"/>
                  </a:cubicBezTo>
                  <a:cubicBezTo>
                    <a:pt x="1065605" y="3690682"/>
                    <a:pt x="1072012" y="3678818"/>
                    <a:pt x="1078419" y="3669327"/>
                  </a:cubicBezTo>
                  <a:cubicBezTo>
                    <a:pt x="1079700" y="3669327"/>
                    <a:pt x="1079700" y="3666955"/>
                    <a:pt x="1080981" y="3666955"/>
                  </a:cubicBezTo>
                  <a:cubicBezTo>
                    <a:pt x="1089951" y="3662209"/>
                    <a:pt x="1097639" y="3659837"/>
                    <a:pt x="1106609" y="3655092"/>
                  </a:cubicBezTo>
                  <a:cubicBezTo>
                    <a:pt x="1111734" y="3652718"/>
                    <a:pt x="1115578" y="3647973"/>
                    <a:pt x="1120704" y="3645601"/>
                  </a:cubicBezTo>
                  <a:cubicBezTo>
                    <a:pt x="1124548" y="3643228"/>
                    <a:pt x="1127110" y="3643228"/>
                    <a:pt x="1130954" y="3640855"/>
                  </a:cubicBezTo>
                  <a:lnTo>
                    <a:pt x="1143768" y="3640855"/>
                  </a:lnTo>
                  <a:cubicBezTo>
                    <a:pt x="1146331" y="3640855"/>
                    <a:pt x="1150175" y="3640855"/>
                    <a:pt x="1152738" y="3638482"/>
                  </a:cubicBezTo>
                  <a:cubicBezTo>
                    <a:pt x="1154019" y="3633737"/>
                    <a:pt x="1156582" y="3626619"/>
                    <a:pt x="1157863" y="3626619"/>
                  </a:cubicBezTo>
                  <a:cubicBezTo>
                    <a:pt x="1161707" y="3626619"/>
                    <a:pt x="1164270" y="3631364"/>
                    <a:pt x="1168114" y="3633737"/>
                  </a:cubicBezTo>
                  <a:cubicBezTo>
                    <a:pt x="1169395" y="3633737"/>
                    <a:pt x="1169395" y="3636110"/>
                    <a:pt x="1169395" y="3638482"/>
                  </a:cubicBezTo>
                  <a:cubicBezTo>
                    <a:pt x="1174521" y="3647973"/>
                    <a:pt x="1178365" y="3659837"/>
                    <a:pt x="1183490" y="3669327"/>
                  </a:cubicBezTo>
                  <a:cubicBezTo>
                    <a:pt x="1189897" y="3681191"/>
                    <a:pt x="1196304" y="3681191"/>
                    <a:pt x="1200148" y="3674073"/>
                  </a:cubicBezTo>
                  <a:cubicBezTo>
                    <a:pt x="1206555" y="3664582"/>
                    <a:pt x="1211680" y="3657464"/>
                    <a:pt x="1220650" y="3662209"/>
                  </a:cubicBezTo>
                  <a:cubicBezTo>
                    <a:pt x="1221931" y="3662209"/>
                    <a:pt x="1224494" y="3664582"/>
                    <a:pt x="1225775" y="3662209"/>
                  </a:cubicBezTo>
                  <a:cubicBezTo>
                    <a:pt x="1232182" y="3657464"/>
                    <a:pt x="1239870" y="3652718"/>
                    <a:pt x="1246277" y="3645601"/>
                  </a:cubicBezTo>
                  <a:cubicBezTo>
                    <a:pt x="1250121" y="3643228"/>
                    <a:pt x="1255246" y="3643228"/>
                    <a:pt x="1256528" y="3638482"/>
                  </a:cubicBezTo>
                  <a:cubicBezTo>
                    <a:pt x="1260372" y="3624246"/>
                    <a:pt x="1266779" y="3617128"/>
                    <a:pt x="1273186" y="3607637"/>
                  </a:cubicBezTo>
                  <a:cubicBezTo>
                    <a:pt x="1277030" y="3600519"/>
                    <a:pt x="1280874" y="3591029"/>
                    <a:pt x="1284718" y="3588656"/>
                  </a:cubicBezTo>
                  <a:cubicBezTo>
                    <a:pt x="1293687" y="3583911"/>
                    <a:pt x="1300094" y="3569674"/>
                    <a:pt x="1307782" y="3560184"/>
                  </a:cubicBezTo>
                  <a:cubicBezTo>
                    <a:pt x="1314189" y="3553066"/>
                    <a:pt x="1318033" y="3538830"/>
                    <a:pt x="1324440" y="3536457"/>
                  </a:cubicBezTo>
                  <a:cubicBezTo>
                    <a:pt x="1334691" y="3531711"/>
                    <a:pt x="1342379" y="3519848"/>
                    <a:pt x="1351349" y="3507985"/>
                  </a:cubicBezTo>
                  <a:cubicBezTo>
                    <a:pt x="1356474" y="3500866"/>
                    <a:pt x="1362881" y="3496121"/>
                    <a:pt x="1369288" y="3498494"/>
                  </a:cubicBezTo>
                  <a:cubicBezTo>
                    <a:pt x="1373132" y="3500866"/>
                    <a:pt x="1378257" y="3498494"/>
                    <a:pt x="1380820" y="3496121"/>
                  </a:cubicBezTo>
                  <a:cubicBezTo>
                    <a:pt x="1385945" y="3491376"/>
                    <a:pt x="1391071" y="3484258"/>
                    <a:pt x="1396196" y="3479513"/>
                  </a:cubicBezTo>
                  <a:cubicBezTo>
                    <a:pt x="1400040" y="3474767"/>
                    <a:pt x="1403884" y="3470021"/>
                    <a:pt x="1407728" y="3470021"/>
                  </a:cubicBezTo>
                  <a:cubicBezTo>
                    <a:pt x="1420542" y="3467649"/>
                    <a:pt x="1430793" y="3462903"/>
                    <a:pt x="1437200" y="3439176"/>
                  </a:cubicBezTo>
                  <a:cubicBezTo>
                    <a:pt x="1439762" y="3429686"/>
                    <a:pt x="1452576" y="3417822"/>
                    <a:pt x="1457702" y="3422568"/>
                  </a:cubicBezTo>
                  <a:cubicBezTo>
                    <a:pt x="1466671" y="3429686"/>
                    <a:pt x="1473078" y="3424940"/>
                    <a:pt x="1478203" y="3410705"/>
                  </a:cubicBezTo>
                  <a:cubicBezTo>
                    <a:pt x="1482047" y="3403586"/>
                    <a:pt x="1487173" y="3405959"/>
                    <a:pt x="1491017" y="3410705"/>
                  </a:cubicBezTo>
                  <a:cubicBezTo>
                    <a:pt x="1493580" y="3415450"/>
                    <a:pt x="1496142" y="3417822"/>
                    <a:pt x="1498705" y="3417822"/>
                  </a:cubicBezTo>
                  <a:cubicBezTo>
                    <a:pt x="1507675" y="3420195"/>
                    <a:pt x="1517926" y="3417822"/>
                    <a:pt x="1526895" y="3420195"/>
                  </a:cubicBezTo>
                  <a:cubicBezTo>
                    <a:pt x="1534583" y="3422568"/>
                    <a:pt x="1542271" y="3417822"/>
                    <a:pt x="1547397" y="3408332"/>
                  </a:cubicBezTo>
                  <a:cubicBezTo>
                    <a:pt x="1552522" y="3398841"/>
                    <a:pt x="1556366" y="3398841"/>
                    <a:pt x="1564054" y="3403586"/>
                  </a:cubicBezTo>
                  <a:cubicBezTo>
                    <a:pt x="1570461" y="3408332"/>
                    <a:pt x="1575587" y="3420195"/>
                    <a:pt x="1584556" y="3417822"/>
                  </a:cubicBezTo>
                  <a:cubicBezTo>
                    <a:pt x="1592245" y="3415450"/>
                    <a:pt x="1601214" y="3422568"/>
                    <a:pt x="1610183" y="3415450"/>
                  </a:cubicBezTo>
                  <a:lnTo>
                    <a:pt x="1615309" y="3415450"/>
                  </a:lnTo>
                  <a:cubicBezTo>
                    <a:pt x="1622997" y="3420195"/>
                    <a:pt x="1630685" y="3422568"/>
                    <a:pt x="1637092" y="3434431"/>
                  </a:cubicBezTo>
                  <a:cubicBezTo>
                    <a:pt x="1644780" y="3446295"/>
                    <a:pt x="1646062" y="3358505"/>
                    <a:pt x="1653750" y="3367996"/>
                  </a:cubicBezTo>
                  <a:cubicBezTo>
                    <a:pt x="1665282" y="3382232"/>
                    <a:pt x="1662719" y="3367996"/>
                    <a:pt x="1674252" y="3379859"/>
                  </a:cubicBezTo>
                  <a:cubicBezTo>
                    <a:pt x="1683221" y="3386977"/>
                    <a:pt x="1679377" y="3360878"/>
                    <a:pt x="1689628" y="3365624"/>
                  </a:cubicBezTo>
                  <a:cubicBezTo>
                    <a:pt x="1690909" y="3365624"/>
                    <a:pt x="1706286" y="3384605"/>
                    <a:pt x="1706286" y="3382232"/>
                  </a:cubicBezTo>
                  <a:cubicBezTo>
                    <a:pt x="1712692" y="3375114"/>
                    <a:pt x="1719099" y="3303934"/>
                    <a:pt x="1725506" y="3306306"/>
                  </a:cubicBezTo>
                  <a:cubicBezTo>
                    <a:pt x="1738320" y="3313424"/>
                    <a:pt x="1749852" y="3308679"/>
                    <a:pt x="1761384" y="3299188"/>
                  </a:cubicBezTo>
                  <a:cubicBezTo>
                    <a:pt x="1767791" y="3294443"/>
                    <a:pt x="1778042" y="3277834"/>
                    <a:pt x="1783167" y="3284952"/>
                  </a:cubicBezTo>
                  <a:cubicBezTo>
                    <a:pt x="1792137" y="3296815"/>
                    <a:pt x="1801106" y="3301561"/>
                    <a:pt x="1811357" y="3303934"/>
                  </a:cubicBezTo>
                  <a:cubicBezTo>
                    <a:pt x="1812639" y="3303934"/>
                    <a:pt x="1813920" y="3306306"/>
                    <a:pt x="1815201" y="3308679"/>
                  </a:cubicBezTo>
                  <a:cubicBezTo>
                    <a:pt x="1819045" y="3318169"/>
                    <a:pt x="1836984" y="3292070"/>
                    <a:pt x="1840829" y="3301561"/>
                  </a:cubicBezTo>
                  <a:cubicBezTo>
                    <a:pt x="1845954" y="3315797"/>
                    <a:pt x="1851080" y="3330033"/>
                    <a:pt x="1856205" y="3341897"/>
                  </a:cubicBezTo>
                  <a:cubicBezTo>
                    <a:pt x="1858768" y="3346642"/>
                    <a:pt x="1862612" y="3349015"/>
                    <a:pt x="1863893" y="3353760"/>
                  </a:cubicBezTo>
                  <a:cubicBezTo>
                    <a:pt x="1865174" y="3365624"/>
                    <a:pt x="1867737" y="3370369"/>
                    <a:pt x="1874144" y="3370369"/>
                  </a:cubicBezTo>
                  <a:cubicBezTo>
                    <a:pt x="1877988" y="3370369"/>
                    <a:pt x="1881832" y="3372742"/>
                    <a:pt x="1884395" y="3377487"/>
                  </a:cubicBezTo>
                  <a:cubicBezTo>
                    <a:pt x="1890802" y="3384605"/>
                    <a:pt x="1895927" y="3391723"/>
                    <a:pt x="1901052" y="3398841"/>
                  </a:cubicBezTo>
                  <a:cubicBezTo>
                    <a:pt x="1907459" y="3405959"/>
                    <a:pt x="1913866" y="3413077"/>
                    <a:pt x="1916429" y="3424940"/>
                  </a:cubicBezTo>
                  <a:cubicBezTo>
                    <a:pt x="1917710" y="3429686"/>
                    <a:pt x="1918992" y="3432059"/>
                    <a:pt x="1920273" y="3434431"/>
                  </a:cubicBezTo>
                  <a:cubicBezTo>
                    <a:pt x="1925398" y="3443922"/>
                    <a:pt x="1930524" y="3451040"/>
                    <a:pt x="1935649" y="3460531"/>
                  </a:cubicBezTo>
                  <a:cubicBezTo>
                    <a:pt x="1943337" y="3472395"/>
                    <a:pt x="1949744" y="3486630"/>
                    <a:pt x="1957433" y="3498494"/>
                  </a:cubicBezTo>
                  <a:cubicBezTo>
                    <a:pt x="1959995" y="3500866"/>
                    <a:pt x="1962558" y="3505612"/>
                    <a:pt x="1965120" y="3507985"/>
                  </a:cubicBezTo>
                  <a:cubicBezTo>
                    <a:pt x="1970246" y="3512730"/>
                    <a:pt x="1975371" y="3517476"/>
                    <a:pt x="1979215" y="3524593"/>
                  </a:cubicBezTo>
                  <a:cubicBezTo>
                    <a:pt x="1983060" y="3531711"/>
                    <a:pt x="2000999" y="3489003"/>
                    <a:pt x="2003561" y="3498494"/>
                  </a:cubicBezTo>
                  <a:cubicBezTo>
                    <a:pt x="2003561" y="3500866"/>
                    <a:pt x="2004843" y="3500866"/>
                    <a:pt x="2006124" y="3500866"/>
                  </a:cubicBezTo>
                  <a:cubicBezTo>
                    <a:pt x="2013812" y="3512730"/>
                    <a:pt x="2021501" y="3507985"/>
                    <a:pt x="2029189" y="3503240"/>
                  </a:cubicBezTo>
                  <a:cubicBezTo>
                    <a:pt x="2031751" y="3500866"/>
                    <a:pt x="2034314" y="3498494"/>
                    <a:pt x="2035595" y="3500866"/>
                  </a:cubicBezTo>
                  <a:cubicBezTo>
                    <a:pt x="2044565" y="3507985"/>
                    <a:pt x="2050972" y="3524593"/>
                    <a:pt x="2062504" y="3526966"/>
                  </a:cubicBezTo>
                  <a:cubicBezTo>
                    <a:pt x="2062504" y="3526966"/>
                    <a:pt x="2063786" y="3526966"/>
                    <a:pt x="2063786" y="3529339"/>
                  </a:cubicBezTo>
                  <a:cubicBezTo>
                    <a:pt x="2066348" y="3543575"/>
                    <a:pt x="2074036" y="3543575"/>
                    <a:pt x="2080443" y="3545947"/>
                  </a:cubicBezTo>
                  <a:cubicBezTo>
                    <a:pt x="2084287" y="3545947"/>
                    <a:pt x="2088131" y="3548321"/>
                    <a:pt x="2090694" y="3550693"/>
                  </a:cubicBezTo>
                  <a:cubicBezTo>
                    <a:pt x="2098382" y="3557811"/>
                    <a:pt x="2106070" y="3567302"/>
                    <a:pt x="2115040" y="3572047"/>
                  </a:cubicBezTo>
                  <a:cubicBezTo>
                    <a:pt x="2126572" y="3579166"/>
                    <a:pt x="2138104" y="3583911"/>
                    <a:pt x="2147074" y="3595774"/>
                  </a:cubicBezTo>
                  <a:cubicBezTo>
                    <a:pt x="2148355" y="3595774"/>
                    <a:pt x="2149637" y="3595774"/>
                    <a:pt x="2149637" y="3598147"/>
                  </a:cubicBezTo>
                  <a:cubicBezTo>
                    <a:pt x="2153481" y="3602892"/>
                    <a:pt x="2159888" y="3605265"/>
                    <a:pt x="2162450" y="3612383"/>
                  </a:cubicBezTo>
                  <a:cubicBezTo>
                    <a:pt x="2166294" y="3626619"/>
                    <a:pt x="2176545" y="3624246"/>
                    <a:pt x="2181671" y="3636110"/>
                  </a:cubicBezTo>
                  <a:lnTo>
                    <a:pt x="2182952" y="3636110"/>
                  </a:lnTo>
                  <a:cubicBezTo>
                    <a:pt x="2188077" y="3636110"/>
                    <a:pt x="2193203" y="3638482"/>
                    <a:pt x="2199610" y="3638482"/>
                  </a:cubicBezTo>
                  <a:cubicBezTo>
                    <a:pt x="2202172" y="3636110"/>
                    <a:pt x="2206016" y="3631364"/>
                    <a:pt x="2208579" y="3631364"/>
                  </a:cubicBezTo>
                  <a:cubicBezTo>
                    <a:pt x="2220111" y="3638482"/>
                    <a:pt x="2231644" y="3638482"/>
                    <a:pt x="2239332" y="3619501"/>
                  </a:cubicBezTo>
                  <a:cubicBezTo>
                    <a:pt x="2240613" y="3617128"/>
                    <a:pt x="2243176" y="3617128"/>
                    <a:pt x="2245739" y="3617128"/>
                  </a:cubicBezTo>
                  <a:lnTo>
                    <a:pt x="2255990" y="3617128"/>
                  </a:lnTo>
                  <a:cubicBezTo>
                    <a:pt x="2267522" y="3612383"/>
                    <a:pt x="2277773" y="3607637"/>
                    <a:pt x="2289305" y="3605265"/>
                  </a:cubicBezTo>
                  <a:cubicBezTo>
                    <a:pt x="2294431" y="3602892"/>
                    <a:pt x="2300837" y="3607637"/>
                    <a:pt x="2305963" y="3610011"/>
                  </a:cubicBezTo>
                  <a:cubicBezTo>
                    <a:pt x="2311088" y="3612383"/>
                    <a:pt x="2316214" y="3612383"/>
                    <a:pt x="2321339" y="3612383"/>
                  </a:cubicBezTo>
                  <a:cubicBezTo>
                    <a:pt x="2327746" y="3612383"/>
                    <a:pt x="2332871" y="3607637"/>
                    <a:pt x="2339278" y="3607637"/>
                  </a:cubicBezTo>
                  <a:cubicBezTo>
                    <a:pt x="2344403" y="3605265"/>
                    <a:pt x="2350810" y="3605265"/>
                    <a:pt x="2355936" y="3602892"/>
                  </a:cubicBezTo>
                  <a:cubicBezTo>
                    <a:pt x="2367468" y="3598147"/>
                    <a:pt x="2377719" y="3593401"/>
                    <a:pt x="2389251" y="3591029"/>
                  </a:cubicBezTo>
                  <a:cubicBezTo>
                    <a:pt x="2396939" y="3510357"/>
                    <a:pt x="2395658" y="3415450"/>
                    <a:pt x="2395658" y="3318169"/>
                  </a:cubicBezTo>
                  <a:close/>
                </a:path>
              </a:pathLst>
            </a:custGeom>
            <a:blipFill>
              <a:blip r:embed="rId3"/>
              <a:stretch>
                <a:fillRect l="-68006" t="-42" r="-67997" b="-33"/>
              </a:stretch>
            </a:blipFill>
          </p:spPr>
        </p:sp>
      </p:grpSp>
      <p:grpSp>
        <p:nvGrpSpPr>
          <p:cNvPr name="Group 5" id="5"/>
          <p:cNvGrpSpPr/>
          <p:nvPr/>
        </p:nvGrpSpPr>
        <p:grpSpPr>
          <a:xfrm rot="0">
            <a:off x="1252476" y="1302532"/>
            <a:ext cx="4209311" cy="7176357"/>
            <a:chOff x="0" y="0"/>
            <a:chExt cx="2396145" cy="4085133"/>
          </a:xfrm>
        </p:grpSpPr>
        <p:sp>
          <p:nvSpPr>
            <p:cNvPr name="Freeform 6" id="6"/>
            <p:cNvSpPr/>
            <p:nvPr/>
          </p:nvSpPr>
          <p:spPr>
            <a:xfrm flipH="false" flipV="false" rot="0">
              <a:off x="-794" y="-1132"/>
              <a:ext cx="2395738" cy="4075950"/>
            </a:xfrm>
            <a:custGeom>
              <a:avLst/>
              <a:gdLst/>
              <a:ahLst/>
              <a:cxnLst/>
              <a:rect r="r" b="b" t="t" l="l"/>
              <a:pathLst>
                <a:path h="4075950" w="2395738">
                  <a:moveTo>
                    <a:pt x="2395658" y="3606572"/>
                  </a:moveTo>
                  <a:cubicBezTo>
                    <a:pt x="2394376" y="2587867"/>
                    <a:pt x="2379000" y="1210682"/>
                    <a:pt x="2379000" y="194557"/>
                  </a:cubicBezTo>
                  <a:cubicBezTo>
                    <a:pt x="2379000" y="179083"/>
                    <a:pt x="2380282" y="163609"/>
                    <a:pt x="2380282" y="150714"/>
                  </a:cubicBezTo>
                  <a:cubicBezTo>
                    <a:pt x="2379000" y="148135"/>
                    <a:pt x="2377719" y="148135"/>
                    <a:pt x="2376438" y="145556"/>
                  </a:cubicBezTo>
                  <a:cubicBezTo>
                    <a:pt x="2376438" y="145556"/>
                    <a:pt x="2375156" y="148135"/>
                    <a:pt x="2375156" y="150714"/>
                  </a:cubicBezTo>
                  <a:cubicBezTo>
                    <a:pt x="2372593" y="163609"/>
                    <a:pt x="2367468" y="163609"/>
                    <a:pt x="2362342" y="163609"/>
                  </a:cubicBezTo>
                  <a:cubicBezTo>
                    <a:pt x="2355936" y="161030"/>
                    <a:pt x="2349529" y="148135"/>
                    <a:pt x="2341841" y="153293"/>
                  </a:cubicBezTo>
                  <a:cubicBezTo>
                    <a:pt x="2339278" y="155872"/>
                    <a:pt x="2334153" y="150714"/>
                    <a:pt x="2332871" y="145556"/>
                  </a:cubicBezTo>
                  <a:cubicBezTo>
                    <a:pt x="2329027" y="135240"/>
                    <a:pt x="2323902" y="135240"/>
                    <a:pt x="2318776" y="140398"/>
                  </a:cubicBezTo>
                  <a:cubicBezTo>
                    <a:pt x="2316214" y="142977"/>
                    <a:pt x="2313651" y="140398"/>
                    <a:pt x="2311088" y="140398"/>
                  </a:cubicBezTo>
                  <a:cubicBezTo>
                    <a:pt x="2307244" y="140398"/>
                    <a:pt x="2302118" y="137819"/>
                    <a:pt x="2298274" y="135240"/>
                  </a:cubicBezTo>
                  <a:cubicBezTo>
                    <a:pt x="2296993" y="135240"/>
                    <a:pt x="2294431" y="132661"/>
                    <a:pt x="2293149" y="132661"/>
                  </a:cubicBezTo>
                  <a:cubicBezTo>
                    <a:pt x="2289305" y="130082"/>
                    <a:pt x="2285461" y="122345"/>
                    <a:pt x="2281617" y="132661"/>
                  </a:cubicBezTo>
                  <a:cubicBezTo>
                    <a:pt x="2281617" y="132661"/>
                    <a:pt x="2279054" y="132661"/>
                    <a:pt x="2277773" y="130082"/>
                  </a:cubicBezTo>
                  <a:cubicBezTo>
                    <a:pt x="2276491" y="124924"/>
                    <a:pt x="2275210" y="117187"/>
                    <a:pt x="2273929" y="112029"/>
                  </a:cubicBezTo>
                  <a:cubicBezTo>
                    <a:pt x="2271366" y="104292"/>
                    <a:pt x="2271366" y="91397"/>
                    <a:pt x="2267522" y="86239"/>
                  </a:cubicBezTo>
                  <a:cubicBezTo>
                    <a:pt x="2264959" y="83660"/>
                    <a:pt x="2263678" y="81081"/>
                    <a:pt x="2262396" y="75923"/>
                  </a:cubicBezTo>
                  <a:cubicBezTo>
                    <a:pt x="2262396" y="73344"/>
                    <a:pt x="2259834" y="70765"/>
                    <a:pt x="2259834" y="68186"/>
                  </a:cubicBezTo>
                  <a:lnTo>
                    <a:pt x="2255990" y="60449"/>
                  </a:lnTo>
                  <a:cubicBezTo>
                    <a:pt x="2254708" y="55291"/>
                    <a:pt x="2253427" y="47554"/>
                    <a:pt x="2250864" y="44975"/>
                  </a:cubicBezTo>
                  <a:cubicBezTo>
                    <a:pt x="2245739" y="37238"/>
                    <a:pt x="2244457" y="26922"/>
                    <a:pt x="2247020" y="14027"/>
                  </a:cubicBezTo>
                  <a:cubicBezTo>
                    <a:pt x="2243176" y="11448"/>
                    <a:pt x="2240613" y="6290"/>
                    <a:pt x="2236769" y="6290"/>
                  </a:cubicBezTo>
                  <a:cubicBezTo>
                    <a:pt x="2221393" y="8869"/>
                    <a:pt x="2204735" y="14027"/>
                    <a:pt x="2189359" y="16606"/>
                  </a:cubicBezTo>
                  <a:cubicBezTo>
                    <a:pt x="2186796" y="16606"/>
                    <a:pt x="2182952" y="19185"/>
                    <a:pt x="2181671" y="21764"/>
                  </a:cubicBezTo>
                  <a:cubicBezTo>
                    <a:pt x="2171420" y="34659"/>
                    <a:pt x="2161169" y="24343"/>
                    <a:pt x="2150918" y="21764"/>
                  </a:cubicBezTo>
                  <a:cubicBezTo>
                    <a:pt x="2143230" y="21764"/>
                    <a:pt x="2135542" y="14027"/>
                    <a:pt x="2127854" y="11448"/>
                  </a:cubicBezTo>
                  <a:cubicBezTo>
                    <a:pt x="2118884" y="8869"/>
                    <a:pt x="2111196" y="11448"/>
                    <a:pt x="2102226" y="8869"/>
                  </a:cubicBezTo>
                  <a:cubicBezTo>
                    <a:pt x="2100945" y="8869"/>
                    <a:pt x="2099663" y="6290"/>
                    <a:pt x="2098382" y="3711"/>
                  </a:cubicBezTo>
                  <a:cubicBezTo>
                    <a:pt x="2095819" y="-1408"/>
                    <a:pt x="2090694" y="-138"/>
                    <a:pt x="2088131" y="1132"/>
                  </a:cubicBezTo>
                  <a:cubicBezTo>
                    <a:pt x="2084287" y="6290"/>
                    <a:pt x="2083006" y="14027"/>
                    <a:pt x="2080443" y="21764"/>
                  </a:cubicBezTo>
                  <a:cubicBezTo>
                    <a:pt x="2074036" y="24343"/>
                    <a:pt x="2065067" y="26922"/>
                    <a:pt x="2058660" y="34659"/>
                  </a:cubicBezTo>
                  <a:cubicBezTo>
                    <a:pt x="2053535" y="39817"/>
                    <a:pt x="2050972" y="42396"/>
                    <a:pt x="2047128" y="37238"/>
                  </a:cubicBezTo>
                  <a:lnTo>
                    <a:pt x="2045846" y="39817"/>
                  </a:lnTo>
                  <a:cubicBezTo>
                    <a:pt x="2048409" y="44975"/>
                    <a:pt x="2049690" y="52712"/>
                    <a:pt x="2052253" y="57870"/>
                  </a:cubicBezTo>
                  <a:cubicBezTo>
                    <a:pt x="2048409" y="60449"/>
                    <a:pt x="2043284" y="65607"/>
                    <a:pt x="2040721" y="63028"/>
                  </a:cubicBezTo>
                  <a:cubicBezTo>
                    <a:pt x="2034314" y="60449"/>
                    <a:pt x="2031751" y="65607"/>
                    <a:pt x="2026626" y="70765"/>
                  </a:cubicBezTo>
                  <a:cubicBezTo>
                    <a:pt x="2021501" y="78502"/>
                    <a:pt x="2015094" y="83660"/>
                    <a:pt x="2009968" y="88818"/>
                  </a:cubicBezTo>
                  <a:cubicBezTo>
                    <a:pt x="2008687" y="88818"/>
                    <a:pt x="2007405" y="88818"/>
                    <a:pt x="2006124" y="86239"/>
                  </a:cubicBezTo>
                  <a:cubicBezTo>
                    <a:pt x="2004843" y="86239"/>
                    <a:pt x="2003561" y="83660"/>
                    <a:pt x="2003561" y="83660"/>
                  </a:cubicBezTo>
                  <a:cubicBezTo>
                    <a:pt x="1997155" y="88818"/>
                    <a:pt x="1990748" y="93976"/>
                    <a:pt x="1984341" y="88818"/>
                  </a:cubicBezTo>
                  <a:cubicBezTo>
                    <a:pt x="1983060" y="88818"/>
                    <a:pt x="1983060" y="91397"/>
                    <a:pt x="1981778" y="91397"/>
                  </a:cubicBezTo>
                  <a:cubicBezTo>
                    <a:pt x="1974090" y="96555"/>
                    <a:pt x="1968965" y="114608"/>
                    <a:pt x="1958714" y="114608"/>
                  </a:cubicBezTo>
                  <a:cubicBezTo>
                    <a:pt x="1951026" y="114608"/>
                    <a:pt x="1943337" y="127503"/>
                    <a:pt x="1935649" y="127503"/>
                  </a:cubicBezTo>
                  <a:cubicBezTo>
                    <a:pt x="1926680" y="130082"/>
                    <a:pt x="1918992" y="135240"/>
                    <a:pt x="1911303" y="142977"/>
                  </a:cubicBezTo>
                  <a:cubicBezTo>
                    <a:pt x="1908741" y="145556"/>
                    <a:pt x="1906178" y="145556"/>
                    <a:pt x="1904897" y="145556"/>
                  </a:cubicBezTo>
                  <a:cubicBezTo>
                    <a:pt x="1898490" y="140398"/>
                    <a:pt x="1894646" y="148135"/>
                    <a:pt x="1892083" y="155872"/>
                  </a:cubicBezTo>
                  <a:cubicBezTo>
                    <a:pt x="1885676" y="173925"/>
                    <a:pt x="1875425" y="179083"/>
                    <a:pt x="1866456" y="184241"/>
                  </a:cubicBezTo>
                  <a:cubicBezTo>
                    <a:pt x="1854923" y="189399"/>
                    <a:pt x="1843391" y="191978"/>
                    <a:pt x="1831859" y="194557"/>
                  </a:cubicBezTo>
                  <a:cubicBezTo>
                    <a:pt x="1830578" y="194557"/>
                    <a:pt x="1829296" y="202294"/>
                    <a:pt x="1826734" y="204873"/>
                  </a:cubicBezTo>
                  <a:cubicBezTo>
                    <a:pt x="1825452" y="204873"/>
                    <a:pt x="1824171" y="202294"/>
                    <a:pt x="1824171" y="202294"/>
                  </a:cubicBezTo>
                  <a:cubicBezTo>
                    <a:pt x="1817764" y="217768"/>
                    <a:pt x="1813920" y="240979"/>
                    <a:pt x="1801106" y="238400"/>
                  </a:cubicBezTo>
                  <a:lnTo>
                    <a:pt x="1799825" y="238400"/>
                  </a:lnTo>
                  <a:cubicBezTo>
                    <a:pt x="1789574" y="251295"/>
                    <a:pt x="1779323" y="246137"/>
                    <a:pt x="1770354" y="240979"/>
                  </a:cubicBezTo>
                  <a:cubicBezTo>
                    <a:pt x="1767791" y="240979"/>
                    <a:pt x="1763947" y="235821"/>
                    <a:pt x="1762666" y="230663"/>
                  </a:cubicBezTo>
                  <a:cubicBezTo>
                    <a:pt x="1758821" y="215189"/>
                    <a:pt x="1748570" y="210031"/>
                    <a:pt x="1740882" y="215189"/>
                  </a:cubicBezTo>
                  <a:cubicBezTo>
                    <a:pt x="1734475" y="220347"/>
                    <a:pt x="1728069" y="222926"/>
                    <a:pt x="1721662" y="228084"/>
                  </a:cubicBezTo>
                  <a:cubicBezTo>
                    <a:pt x="1711411" y="233242"/>
                    <a:pt x="1702441" y="235821"/>
                    <a:pt x="1692191" y="225505"/>
                  </a:cubicBezTo>
                  <a:cubicBezTo>
                    <a:pt x="1681940" y="215189"/>
                    <a:pt x="1674252" y="222926"/>
                    <a:pt x="1669126" y="246137"/>
                  </a:cubicBezTo>
                  <a:cubicBezTo>
                    <a:pt x="1665282" y="261611"/>
                    <a:pt x="1655031" y="264190"/>
                    <a:pt x="1648624" y="251295"/>
                  </a:cubicBezTo>
                  <a:cubicBezTo>
                    <a:pt x="1644780" y="243558"/>
                    <a:pt x="1642217" y="246137"/>
                    <a:pt x="1638374" y="251295"/>
                  </a:cubicBezTo>
                  <a:lnTo>
                    <a:pt x="1630685" y="266769"/>
                  </a:lnTo>
                  <a:cubicBezTo>
                    <a:pt x="1629404" y="269348"/>
                    <a:pt x="1626841" y="269348"/>
                    <a:pt x="1625560" y="269348"/>
                  </a:cubicBezTo>
                  <a:lnTo>
                    <a:pt x="1617872" y="269348"/>
                  </a:lnTo>
                  <a:cubicBezTo>
                    <a:pt x="1612746" y="269348"/>
                    <a:pt x="1607621" y="266769"/>
                    <a:pt x="1602495" y="264190"/>
                  </a:cubicBezTo>
                  <a:cubicBezTo>
                    <a:pt x="1596089" y="261611"/>
                    <a:pt x="1590963" y="253874"/>
                    <a:pt x="1584556" y="251295"/>
                  </a:cubicBezTo>
                  <a:cubicBezTo>
                    <a:pt x="1574305" y="248716"/>
                    <a:pt x="1571743" y="230663"/>
                    <a:pt x="1567899" y="217768"/>
                  </a:cubicBezTo>
                  <a:cubicBezTo>
                    <a:pt x="1565336" y="210031"/>
                    <a:pt x="1560210" y="199715"/>
                    <a:pt x="1555085" y="202294"/>
                  </a:cubicBezTo>
                  <a:cubicBezTo>
                    <a:pt x="1549960" y="207452"/>
                    <a:pt x="1544834" y="202294"/>
                    <a:pt x="1540990" y="199715"/>
                  </a:cubicBezTo>
                  <a:cubicBezTo>
                    <a:pt x="1539709" y="199715"/>
                    <a:pt x="1537146" y="197136"/>
                    <a:pt x="1535865" y="197136"/>
                  </a:cubicBezTo>
                  <a:cubicBezTo>
                    <a:pt x="1526895" y="191978"/>
                    <a:pt x="1520488" y="202294"/>
                    <a:pt x="1514081" y="215189"/>
                  </a:cubicBezTo>
                  <a:lnTo>
                    <a:pt x="1508956" y="225505"/>
                  </a:lnTo>
                  <a:cubicBezTo>
                    <a:pt x="1507675" y="228084"/>
                    <a:pt x="1507675" y="233242"/>
                    <a:pt x="1506393" y="235821"/>
                  </a:cubicBezTo>
                  <a:cubicBezTo>
                    <a:pt x="1498705" y="248716"/>
                    <a:pt x="1491017" y="243558"/>
                    <a:pt x="1482047" y="235821"/>
                  </a:cubicBezTo>
                  <a:cubicBezTo>
                    <a:pt x="1474359" y="228084"/>
                    <a:pt x="1465390" y="235821"/>
                    <a:pt x="1462827" y="251295"/>
                  </a:cubicBezTo>
                  <a:cubicBezTo>
                    <a:pt x="1461546" y="261611"/>
                    <a:pt x="1460264" y="269348"/>
                    <a:pt x="1453857" y="274506"/>
                  </a:cubicBezTo>
                  <a:cubicBezTo>
                    <a:pt x="1447451" y="282243"/>
                    <a:pt x="1439762" y="287401"/>
                    <a:pt x="1438481" y="305454"/>
                  </a:cubicBezTo>
                  <a:cubicBezTo>
                    <a:pt x="1438481" y="308033"/>
                    <a:pt x="1437200" y="310612"/>
                    <a:pt x="1435918" y="310612"/>
                  </a:cubicBezTo>
                  <a:cubicBezTo>
                    <a:pt x="1432074" y="313191"/>
                    <a:pt x="1429512" y="315770"/>
                    <a:pt x="1425668" y="318349"/>
                  </a:cubicBezTo>
                  <a:lnTo>
                    <a:pt x="1414135" y="318349"/>
                  </a:lnTo>
                  <a:cubicBezTo>
                    <a:pt x="1406447" y="315770"/>
                    <a:pt x="1398759" y="310612"/>
                    <a:pt x="1391071" y="308033"/>
                  </a:cubicBezTo>
                  <a:cubicBezTo>
                    <a:pt x="1382101" y="305454"/>
                    <a:pt x="1374413" y="315770"/>
                    <a:pt x="1365444" y="318349"/>
                  </a:cubicBezTo>
                  <a:lnTo>
                    <a:pt x="1364162" y="320928"/>
                  </a:lnTo>
                  <a:cubicBezTo>
                    <a:pt x="1361600" y="328665"/>
                    <a:pt x="1357755" y="326086"/>
                    <a:pt x="1355193" y="320928"/>
                  </a:cubicBezTo>
                  <a:cubicBezTo>
                    <a:pt x="1350067" y="310612"/>
                    <a:pt x="1341098" y="308033"/>
                    <a:pt x="1334691" y="313191"/>
                  </a:cubicBezTo>
                  <a:cubicBezTo>
                    <a:pt x="1327003" y="320928"/>
                    <a:pt x="1319315" y="326086"/>
                    <a:pt x="1311626" y="331244"/>
                  </a:cubicBezTo>
                  <a:cubicBezTo>
                    <a:pt x="1309064" y="331244"/>
                    <a:pt x="1306501" y="328665"/>
                    <a:pt x="1305220" y="328665"/>
                  </a:cubicBezTo>
                  <a:cubicBezTo>
                    <a:pt x="1302657" y="328665"/>
                    <a:pt x="1298813" y="326086"/>
                    <a:pt x="1297531" y="328665"/>
                  </a:cubicBezTo>
                  <a:cubicBezTo>
                    <a:pt x="1287280" y="344139"/>
                    <a:pt x="1277030" y="338981"/>
                    <a:pt x="1268060" y="328665"/>
                  </a:cubicBezTo>
                  <a:cubicBezTo>
                    <a:pt x="1262935" y="323507"/>
                    <a:pt x="1255246" y="318349"/>
                    <a:pt x="1252684" y="302875"/>
                  </a:cubicBezTo>
                  <a:cubicBezTo>
                    <a:pt x="1251402" y="292559"/>
                    <a:pt x="1246277" y="282243"/>
                    <a:pt x="1242433" y="274506"/>
                  </a:cubicBezTo>
                  <a:cubicBezTo>
                    <a:pt x="1236026" y="261611"/>
                    <a:pt x="1229619" y="243558"/>
                    <a:pt x="1218087" y="243558"/>
                  </a:cubicBezTo>
                  <a:cubicBezTo>
                    <a:pt x="1215524" y="243558"/>
                    <a:pt x="1212961" y="233242"/>
                    <a:pt x="1211680" y="235821"/>
                  </a:cubicBezTo>
                  <a:cubicBezTo>
                    <a:pt x="1206555" y="238400"/>
                    <a:pt x="1206555" y="233242"/>
                    <a:pt x="1203992" y="228084"/>
                  </a:cubicBezTo>
                  <a:cubicBezTo>
                    <a:pt x="1201429" y="222926"/>
                    <a:pt x="1197585" y="217768"/>
                    <a:pt x="1195023" y="210031"/>
                  </a:cubicBezTo>
                  <a:cubicBezTo>
                    <a:pt x="1191178" y="199715"/>
                    <a:pt x="1187334" y="186820"/>
                    <a:pt x="1183490" y="176504"/>
                  </a:cubicBezTo>
                  <a:cubicBezTo>
                    <a:pt x="1179646" y="166188"/>
                    <a:pt x="1177083" y="153293"/>
                    <a:pt x="1173239" y="142977"/>
                  </a:cubicBezTo>
                  <a:cubicBezTo>
                    <a:pt x="1171958" y="140398"/>
                    <a:pt x="1168114" y="137819"/>
                    <a:pt x="1166833" y="140398"/>
                  </a:cubicBezTo>
                  <a:lnTo>
                    <a:pt x="1151456" y="155872"/>
                  </a:lnTo>
                  <a:cubicBezTo>
                    <a:pt x="1148893" y="158451"/>
                    <a:pt x="1147612" y="163609"/>
                    <a:pt x="1146331" y="168767"/>
                  </a:cubicBezTo>
                  <a:lnTo>
                    <a:pt x="1145049" y="166188"/>
                  </a:lnTo>
                  <a:cubicBezTo>
                    <a:pt x="1146331" y="158451"/>
                    <a:pt x="1147612" y="150714"/>
                    <a:pt x="1148893" y="148135"/>
                  </a:cubicBezTo>
                  <a:lnTo>
                    <a:pt x="1133517" y="140398"/>
                  </a:lnTo>
                  <a:cubicBezTo>
                    <a:pt x="1129673" y="137819"/>
                    <a:pt x="1123266" y="137819"/>
                    <a:pt x="1120704" y="137819"/>
                  </a:cubicBezTo>
                  <a:lnTo>
                    <a:pt x="1100202" y="137819"/>
                  </a:lnTo>
                  <a:cubicBezTo>
                    <a:pt x="1092514" y="137819"/>
                    <a:pt x="1086107" y="135240"/>
                    <a:pt x="1078419" y="137819"/>
                  </a:cubicBezTo>
                  <a:cubicBezTo>
                    <a:pt x="1073293" y="140398"/>
                    <a:pt x="1069449" y="135240"/>
                    <a:pt x="1065605" y="130082"/>
                  </a:cubicBezTo>
                  <a:cubicBezTo>
                    <a:pt x="1055354" y="114608"/>
                    <a:pt x="1045103" y="96555"/>
                    <a:pt x="1031008" y="104292"/>
                  </a:cubicBezTo>
                  <a:cubicBezTo>
                    <a:pt x="1029727" y="104292"/>
                    <a:pt x="1027164" y="101713"/>
                    <a:pt x="1025883" y="99134"/>
                  </a:cubicBezTo>
                  <a:cubicBezTo>
                    <a:pt x="1022039" y="96555"/>
                    <a:pt x="1019476" y="91397"/>
                    <a:pt x="1014351" y="86239"/>
                  </a:cubicBezTo>
                  <a:cubicBezTo>
                    <a:pt x="1014351" y="93976"/>
                    <a:pt x="1014351" y="96555"/>
                    <a:pt x="1015632" y="101713"/>
                  </a:cubicBezTo>
                  <a:cubicBezTo>
                    <a:pt x="1013069" y="106871"/>
                    <a:pt x="1011788" y="104292"/>
                    <a:pt x="1010506" y="101713"/>
                  </a:cubicBezTo>
                  <a:cubicBezTo>
                    <a:pt x="1009225" y="104292"/>
                    <a:pt x="1007944" y="109450"/>
                    <a:pt x="1006662" y="109450"/>
                  </a:cubicBezTo>
                  <a:cubicBezTo>
                    <a:pt x="1000256" y="114608"/>
                    <a:pt x="993849" y="117187"/>
                    <a:pt x="987442" y="122345"/>
                  </a:cubicBezTo>
                  <a:cubicBezTo>
                    <a:pt x="984879" y="124924"/>
                    <a:pt x="982317" y="127503"/>
                    <a:pt x="981035" y="130082"/>
                  </a:cubicBezTo>
                  <a:cubicBezTo>
                    <a:pt x="975910" y="137819"/>
                    <a:pt x="972066" y="150714"/>
                    <a:pt x="963096" y="148135"/>
                  </a:cubicBezTo>
                  <a:cubicBezTo>
                    <a:pt x="961815" y="148135"/>
                    <a:pt x="959252" y="153293"/>
                    <a:pt x="956689" y="153293"/>
                  </a:cubicBezTo>
                  <a:cubicBezTo>
                    <a:pt x="954127" y="155872"/>
                    <a:pt x="950282" y="155872"/>
                    <a:pt x="947720" y="158451"/>
                  </a:cubicBezTo>
                  <a:lnTo>
                    <a:pt x="945157" y="158451"/>
                  </a:lnTo>
                  <a:cubicBezTo>
                    <a:pt x="937469" y="163609"/>
                    <a:pt x="931062" y="168767"/>
                    <a:pt x="923374" y="171346"/>
                  </a:cubicBezTo>
                  <a:lnTo>
                    <a:pt x="918248" y="171346"/>
                  </a:lnTo>
                  <a:cubicBezTo>
                    <a:pt x="911842" y="171346"/>
                    <a:pt x="906716" y="168767"/>
                    <a:pt x="900309" y="168767"/>
                  </a:cubicBezTo>
                  <a:cubicBezTo>
                    <a:pt x="893903" y="168767"/>
                    <a:pt x="887496" y="173925"/>
                    <a:pt x="881089" y="173925"/>
                  </a:cubicBezTo>
                  <a:cubicBezTo>
                    <a:pt x="873401" y="173925"/>
                    <a:pt x="864431" y="173925"/>
                    <a:pt x="858025" y="163609"/>
                  </a:cubicBezTo>
                  <a:cubicBezTo>
                    <a:pt x="856743" y="161030"/>
                    <a:pt x="852899" y="161030"/>
                    <a:pt x="850336" y="163609"/>
                  </a:cubicBezTo>
                  <a:cubicBezTo>
                    <a:pt x="841367" y="166188"/>
                    <a:pt x="832397" y="168767"/>
                    <a:pt x="824709" y="173925"/>
                  </a:cubicBezTo>
                  <a:cubicBezTo>
                    <a:pt x="817021" y="179083"/>
                    <a:pt x="813177" y="173925"/>
                    <a:pt x="810614" y="161030"/>
                  </a:cubicBezTo>
                  <a:cubicBezTo>
                    <a:pt x="809333" y="155872"/>
                    <a:pt x="806770" y="150714"/>
                    <a:pt x="804207" y="145556"/>
                  </a:cubicBezTo>
                  <a:cubicBezTo>
                    <a:pt x="800363" y="140398"/>
                    <a:pt x="796519" y="132661"/>
                    <a:pt x="792675" y="132661"/>
                  </a:cubicBezTo>
                  <a:cubicBezTo>
                    <a:pt x="783706" y="132661"/>
                    <a:pt x="778580" y="122345"/>
                    <a:pt x="772173" y="114608"/>
                  </a:cubicBezTo>
                  <a:cubicBezTo>
                    <a:pt x="761922" y="101713"/>
                    <a:pt x="752953" y="86239"/>
                    <a:pt x="740139" y="88818"/>
                  </a:cubicBezTo>
                  <a:lnTo>
                    <a:pt x="740139" y="75923"/>
                  </a:lnTo>
                  <a:cubicBezTo>
                    <a:pt x="742702" y="75923"/>
                    <a:pt x="745265" y="75923"/>
                    <a:pt x="747827" y="73344"/>
                  </a:cubicBezTo>
                  <a:cubicBezTo>
                    <a:pt x="743983" y="68186"/>
                    <a:pt x="743983" y="60449"/>
                    <a:pt x="741421" y="55291"/>
                  </a:cubicBezTo>
                  <a:cubicBezTo>
                    <a:pt x="736295" y="47554"/>
                    <a:pt x="731170" y="44975"/>
                    <a:pt x="726044" y="39817"/>
                  </a:cubicBezTo>
                  <a:cubicBezTo>
                    <a:pt x="722200" y="37238"/>
                    <a:pt x="717075" y="37238"/>
                    <a:pt x="719638" y="50133"/>
                  </a:cubicBezTo>
                  <a:cubicBezTo>
                    <a:pt x="713231" y="52712"/>
                    <a:pt x="708105" y="52712"/>
                    <a:pt x="705543" y="57870"/>
                  </a:cubicBezTo>
                  <a:cubicBezTo>
                    <a:pt x="700417" y="65607"/>
                    <a:pt x="695292" y="60449"/>
                    <a:pt x="691448" y="55291"/>
                  </a:cubicBezTo>
                  <a:cubicBezTo>
                    <a:pt x="688885" y="52712"/>
                    <a:pt x="686322" y="50133"/>
                    <a:pt x="683759" y="52712"/>
                  </a:cubicBezTo>
                  <a:cubicBezTo>
                    <a:pt x="668383" y="68186"/>
                    <a:pt x="653007" y="60449"/>
                    <a:pt x="637630" y="60449"/>
                  </a:cubicBezTo>
                  <a:cubicBezTo>
                    <a:pt x="635068" y="60449"/>
                    <a:pt x="632505" y="57870"/>
                    <a:pt x="628661" y="57870"/>
                  </a:cubicBezTo>
                  <a:cubicBezTo>
                    <a:pt x="623535" y="55291"/>
                    <a:pt x="619691" y="50133"/>
                    <a:pt x="614566" y="47554"/>
                  </a:cubicBezTo>
                  <a:cubicBezTo>
                    <a:pt x="609440" y="44975"/>
                    <a:pt x="603034" y="42396"/>
                    <a:pt x="597908" y="39817"/>
                  </a:cubicBezTo>
                  <a:lnTo>
                    <a:pt x="594064" y="39817"/>
                  </a:lnTo>
                  <a:cubicBezTo>
                    <a:pt x="585095" y="39817"/>
                    <a:pt x="576125" y="42396"/>
                    <a:pt x="568437" y="42396"/>
                  </a:cubicBezTo>
                  <a:cubicBezTo>
                    <a:pt x="562030" y="42396"/>
                    <a:pt x="555623" y="37238"/>
                    <a:pt x="547935" y="34659"/>
                  </a:cubicBezTo>
                  <a:cubicBezTo>
                    <a:pt x="546654" y="14027"/>
                    <a:pt x="536403" y="19185"/>
                    <a:pt x="529996" y="8869"/>
                  </a:cubicBezTo>
                  <a:cubicBezTo>
                    <a:pt x="528715" y="6290"/>
                    <a:pt x="526152" y="8869"/>
                    <a:pt x="524871" y="8869"/>
                  </a:cubicBezTo>
                  <a:cubicBezTo>
                    <a:pt x="517182" y="6290"/>
                    <a:pt x="512057" y="14027"/>
                    <a:pt x="509494" y="26922"/>
                  </a:cubicBezTo>
                  <a:cubicBezTo>
                    <a:pt x="505650" y="39817"/>
                    <a:pt x="495399" y="44975"/>
                    <a:pt x="499243" y="65607"/>
                  </a:cubicBezTo>
                  <a:cubicBezTo>
                    <a:pt x="500525" y="68186"/>
                    <a:pt x="503087" y="70765"/>
                    <a:pt x="504369" y="75923"/>
                  </a:cubicBezTo>
                  <a:cubicBezTo>
                    <a:pt x="504369" y="83660"/>
                    <a:pt x="503087" y="88818"/>
                    <a:pt x="499243" y="86239"/>
                  </a:cubicBezTo>
                  <a:cubicBezTo>
                    <a:pt x="497962" y="86239"/>
                    <a:pt x="496681" y="91397"/>
                    <a:pt x="495399" y="93976"/>
                  </a:cubicBezTo>
                  <a:cubicBezTo>
                    <a:pt x="494118" y="96555"/>
                    <a:pt x="494118" y="101713"/>
                    <a:pt x="492837" y="101713"/>
                  </a:cubicBezTo>
                  <a:cubicBezTo>
                    <a:pt x="485148" y="106871"/>
                    <a:pt x="480023" y="119766"/>
                    <a:pt x="471053" y="117187"/>
                  </a:cubicBezTo>
                  <a:lnTo>
                    <a:pt x="468491" y="117187"/>
                  </a:lnTo>
                  <a:cubicBezTo>
                    <a:pt x="460803" y="130082"/>
                    <a:pt x="453114" y="127503"/>
                    <a:pt x="444145" y="124924"/>
                  </a:cubicBezTo>
                  <a:cubicBezTo>
                    <a:pt x="440301" y="122345"/>
                    <a:pt x="435175" y="124924"/>
                    <a:pt x="430050" y="124924"/>
                  </a:cubicBezTo>
                  <a:cubicBezTo>
                    <a:pt x="426206" y="124924"/>
                    <a:pt x="422362" y="124924"/>
                    <a:pt x="418518" y="119766"/>
                  </a:cubicBezTo>
                  <a:cubicBezTo>
                    <a:pt x="413392" y="114608"/>
                    <a:pt x="408267" y="106871"/>
                    <a:pt x="403141" y="101713"/>
                  </a:cubicBezTo>
                  <a:cubicBezTo>
                    <a:pt x="398016" y="96555"/>
                    <a:pt x="391609" y="96555"/>
                    <a:pt x="391609" y="78502"/>
                  </a:cubicBezTo>
                  <a:cubicBezTo>
                    <a:pt x="391609" y="75923"/>
                    <a:pt x="389046" y="73344"/>
                    <a:pt x="389046" y="70765"/>
                  </a:cubicBezTo>
                  <a:cubicBezTo>
                    <a:pt x="380077" y="86239"/>
                    <a:pt x="372389" y="99134"/>
                    <a:pt x="364700" y="112029"/>
                  </a:cubicBezTo>
                  <a:cubicBezTo>
                    <a:pt x="360856" y="119766"/>
                    <a:pt x="355731" y="130082"/>
                    <a:pt x="358294" y="142977"/>
                  </a:cubicBezTo>
                  <a:cubicBezTo>
                    <a:pt x="358294" y="145556"/>
                    <a:pt x="357012" y="148135"/>
                    <a:pt x="357012" y="150714"/>
                  </a:cubicBezTo>
                  <a:cubicBezTo>
                    <a:pt x="355731" y="155872"/>
                    <a:pt x="354450" y="161030"/>
                    <a:pt x="351887" y="163609"/>
                  </a:cubicBezTo>
                  <a:cubicBezTo>
                    <a:pt x="349324" y="171346"/>
                    <a:pt x="346761" y="179083"/>
                    <a:pt x="344199" y="189399"/>
                  </a:cubicBezTo>
                  <a:lnTo>
                    <a:pt x="336511" y="204873"/>
                  </a:lnTo>
                  <a:cubicBezTo>
                    <a:pt x="333948" y="212610"/>
                    <a:pt x="331385" y="220347"/>
                    <a:pt x="327541" y="225505"/>
                  </a:cubicBezTo>
                  <a:cubicBezTo>
                    <a:pt x="318571" y="240979"/>
                    <a:pt x="309602" y="256453"/>
                    <a:pt x="299351" y="271927"/>
                  </a:cubicBezTo>
                  <a:cubicBezTo>
                    <a:pt x="294226" y="282243"/>
                    <a:pt x="287819" y="289980"/>
                    <a:pt x="282693" y="300296"/>
                  </a:cubicBezTo>
                  <a:cubicBezTo>
                    <a:pt x="273724" y="315770"/>
                    <a:pt x="263473" y="328665"/>
                    <a:pt x="258347" y="351876"/>
                  </a:cubicBezTo>
                  <a:cubicBezTo>
                    <a:pt x="258347" y="354455"/>
                    <a:pt x="255785" y="357034"/>
                    <a:pt x="254503" y="359613"/>
                  </a:cubicBezTo>
                  <a:cubicBezTo>
                    <a:pt x="248097" y="369929"/>
                    <a:pt x="237846" y="369929"/>
                    <a:pt x="237846" y="390561"/>
                  </a:cubicBezTo>
                  <a:cubicBezTo>
                    <a:pt x="227595" y="390561"/>
                    <a:pt x="222469" y="406035"/>
                    <a:pt x="217344" y="418930"/>
                  </a:cubicBezTo>
                  <a:cubicBezTo>
                    <a:pt x="213500" y="429246"/>
                    <a:pt x="209656" y="442141"/>
                    <a:pt x="204530" y="449878"/>
                  </a:cubicBezTo>
                  <a:cubicBezTo>
                    <a:pt x="199405" y="455036"/>
                    <a:pt x="192998" y="452457"/>
                    <a:pt x="186591" y="452457"/>
                  </a:cubicBezTo>
                  <a:cubicBezTo>
                    <a:pt x="184029" y="452457"/>
                    <a:pt x="181466" y="452457"/>
                    <a:pt x="181466" y="455036"/>
                  </a:cubicBezTo>
                  <a:cubicBezTo>
                    <a:pt x="176340" y="465352"/>
                    <a:pt x="169934" y="473089"/>
                    <a:pt x="166090" y="485984"/>
                  </a:cubicBezTo>
                  <a:cubicBezTo>
                    <a:pt x="162245" y="498879"/>
                    <a:pt x="158401" y="506616"/>
                    <a:pt x="151995" y="509195"/>
                  </a:cubicBezTo>
                  <a:cubicBezTo>
                    <a:pt x="145588" y="511774"/>
                    <a:pt x="139181" y="524669"/>
                    <a:pt x="130211" y="516932"/>
                  </a:cubicBezTo>
                  <a:cubicBezTo>
                    <a:pt x="122523" y="511774"/>
                    <a:pt x="113554" y="516932"/>
                    <a:pt x="108428" y="506616"/>
                  </a:cubicBezTo>
                  <a:cubicBezTo>
                    <a:pt x="98177" y="509195"/>
                    <a:pt x="90489" y="514353"/>
                    <a:pt x="81520" y="516932"/>
                  </a:cubicBezTo>
                  <a:cubicBezTo>
                    <a:pt x="71269" y="522090"/>
                    <a:pt x="59737" y="519511"/>
                    <a:pt x="50767" y="534985"/>
                  </a:cubicBezTo>
                  <a:cubicBezTo>
                    <a:pt x="43079" y="547880"/>
                    <a:pt x="36672" y="560775"/>
                    <a:pt x="25140" y="558196"/>
                  </a:cubicBezTo>
                  <a:cubicBezTo>
                    <a:pt x="26421" y="573670"/>
                    <a:pt x="27702" y="586565"/>
                    <a:pt x="28984" y="602039"/>
                  </a:cubicBezTo>
                  <a:cubicBezTo>
                    <a:pt x="31547" y="643303"/>
                    <a:pt x="34109" y="684566"/>
                    <a:pt x="35391" y="725830"/>
                  </a:cubicBezTo>
                  <a:cubicBezTo>
                    <a:pt x="39235" y="777410"/>
                    <a:pt x="40516" y="826411"/>
                    <a:pt x="37953" y="875412"/>
                  </a:cubicBezTo>
                  <a:cubicBezTo>
                    <a:pt x="35391" y="945045"/>
                    <a:pt x="23858" y="3328040"/>
                    <a:pt x="12326" y="3392515"/>
                  </a:cubicBezTo>
                  <a:lnTo>
                    <a:pt x="794" y="3446674"/>
                  </a:lnTo>
                  <a:cubicBezTo>
                    <a:pt x="-1746" y="3459569"/>
                    <a:pt x="2075" y="3467305"/>
                    <a:pt x="8482" y="3469885"/>
                  </a:cubicBezTo>
                  <a:cubicBezTo>
                    <a:pt x="16170" y="3472464"/>
                    <a:pt x="18733" y="3482780"/>
                    <a:pt x="21296" y="3495675"/>
                  </a:cubicBezTo>
                  <a:cubicBezTo>
                    <a:pt x="23858" y="3516307"/>
                    <a:pt x="20014" y="3536939"/>
                    <a:pt x="25140" y="3557570"/>
                  </a:cubicBezTo>
                  <a:cubicBezTo>
                    <a:pt x="27703" y="3567886"/>
                    <a:pt x="25140" y="3585940"/>
                    <a:pt x="23858" y="3601413"/>
                  </a:cubicBezTo>
                  <a:cubicBezTo>
                    <a:pt x="22577" y="3622045"/>
                    <a:pt x="25140" y="3642677"/>
                    <a:pt x="28984" y="3660730"/>
                  </a:cubicBezTo>
                  <a:cubicBezTo>
                    <a:pt x="37953" y="3691678"/>
                    <a:pt x="39235" y="3727784"/>
                    <a:pt x="39235" y="3761311"/>
                  </a:cubicBezTo>
                  <a:cubicBezTo>
                    <a:pt x="39235" y="3769049"/>
                    <a:pt x="40516" y="3776785"/>
                    <a:pt x="41797" y="3781943"/>
                  </a:cubicBezTo>
                  <a:cubicBezTo>
                    <a:pt x="44360" y="3787101"/>
                    <a:pt x="49486" y="3792259"/>
                    <a:pt x="54611" y="3794838"/>
                  </a:cubicBezTo>
                  <a:lnTo>
                    <a:pt x="85364" y="3825787"/>
                  </a:lnTo>
                  <a:cubicBezTo>
                    <a:pt x="99459" y="3841260"/>
                    <a:pt x="110991" y="3838681"/>
                    <a:pt x="123805" y="3820628"/>
                  </a:cubicBezTo>
                  <a:cubicBezTo>
                    <a:pt x="125086" y="3818049"/>
                    <a:pt x="128930" y="3815470"/>
                    <a:pt x="130211" y="3815470"/>
                  </a:cubicBezTo>
                  <a:cubicBezTo>
                    <a:pt x="139181" y="3818049"/>
                    <a:pt x="148150" y="3818049"/>
                    <a:pt x="155839" y="3833523"/>
                  </a:cubicBezTo>
                  <a:cubicBezTo>
                    <a:pt x="164808" y="3848997"/>
                    <a:pt x="177622" y="3859314"/>
                    <a:pt x="187873" y="3872209"/>
                  </a:cubicBezTo>
                  <a:cubicBezTo>
                    <a:pt x="194279" y="3879945"/>
                    <a:pt x="201968" y="3890261"/>
                    <a:pt x="205812" y="3900577"/>
                  </a:cubicBezTo>
                  <a:cubicBezTo>
                    <a:pt x="208374" y="3905735"/>
                    <a:pt x="210937" y="3910893"/>
                    <a:pt x="213500" y="3913472"/>
                  </a:cubicBezTo>
                  <a:cubicBezTo>
                    <a:pt x="227595" y="3923788"/>
                    <a:pt x="235283" y="3949578"/>
                    <a:pt x="244253" y="3970210"/>
                  </a:cubicBezTo>
                  <a:cubicBezTo>
                    <a:pt x="251941" y="3988263"/>
                    <a:pt x="262192" y="3998579"/>
                    <a:pt x="273724" y="4001158"/>
                  </a:cubicBezTo>
                  <a:cubicBezTo>
                    <a:pt x="286537" y="4006316"/>
                    <a:pt x="299351" y="4008895"/>
                    <a:pt x="312165" y="4014053"/>
                  </a:cubicBezTo>
                  <a:cubicBezTo>
                    <a:pt x="317290" y="4016632"/>
                    <a:pt x="323697" y="4019211"/>
                    <a:pt x="328822" y="4024369"/>
                  </a:cubicBezTo>
                  <a:cubicBezTo>
                    <a:pt x="335229" y="4029527"/>
                    <a:pt x="341636" y="4029527"/>
                    <a:pt x="346761" y="4037264"/>
                  </a:cubicBezTo>
                  <a:cubicBezTo>
                    <a:pt x="354450" y="4050159"/>
                    <a:pt x="362138" y="4057896"/>
                    <a:pt x="372389" y="4052738"/>
                  </a:cubicBezTo>
                  <a:cubicBezTo>
                    <a:pt x="376233" y="4050159"/>
                    <a:pt x="381358" y="4055317"/>
                    <a:pt x="385202" y="4057896"/>
                  </a:cubicBezTo>
                  <a:cubicBezTo>
                    <a:pt x="386484" y="4057896"/>
                    <a:pt x="387765" y="4060475"/>
                    <a:pt x="389046" y="4060475"/>
                  </a:cubicBezTo>
                  <a:cubicBezTo>
                    <a:pt x="403141" y="4063054"/>
                    <a:pt x="415955" y="4057896"/>
                    <a:pt x="428769" y="4052738"/>
                  </a:cubicBezTo>
                  <a:cubicBezTo>
                    <a:pt x="433894" y="4050159"/>
                    <a:pt x="439019" y="4047580"/>
                    <a:pt x="444145" y="4042422"/>
                  </a:cubicBezTo>
                  <a:cubicBezTo>
                    <a:pt x="458240" y="4029527"/>
                    <a:pt x="472335" y="4016632"/>
                    <a:pt x="485148" y="4001158"/>
                  </a:cubicBezTo>
                  <a:cubicBezTo>
                    <a:pt x="494118" y="3990842"/>
                    <a:pt x="503087" y="3980526"/>
                    <a:pt x="513338" y="3990842"/>
                  </a:cubicBezTo>
                  <a:lnTo>
                    <a:pt x="518464" y="3990842"/>
                  </a:lnTo>
                  <a:cubicBezTo>
                    <a:pt x="527433" y="3990842"/>
                    <a:pt x="536403" y="3988263"/>
                    <a:pt x="544091" y="3985684"/>
                  </a:cubicBezTo>
                  <a:cubicBezTo>
                    <a:pt x="545372" y="3985684"/>
                    <a:pt x="547935" y="3985684"/>
                    <a:pt x="547935" y="3983105"/>
                  </a:cubicBezTo>
                  <a:cubicBezTo>
                    <a:pt x="551779" y="3972789"/>
                    <a:pt x="558186" y="3972789"/>
                    <a:pt x="564593" y="3970210"/>
                  </a:cubicBezTo>
                  <a:cubicBezTo>
                    <a:pt x="574844" y="3967631"/>
                    <a:pt x="585095" y="3967631"/>
                    <a:pt x="592783" y="3954736"/>
                  </a:cubicBezTo>
                  <a:cubicBezTo>
                    <a:pt x="600471" y="3944420"/>
                    <a:pt x="608159" y="3941841"/>
                    <a:pt x="617129" y="3939262"/>
                  </a:cubicBezTo>
                  <a:cubicBezTo>
                    <a:pt x="618410" y="3939262"/>
                    <a:pt x="620973" y="3936683"/>
                    <a:pt x="622254" y="3936683"/>
                  </a:cubicBezTo>
                  <a:cubicBezTo>
                    <a:pt x="628661" y="3934104"/>
                    <a:pt x="635068" y="3926367"/>
                    <a:pt x="640193" y="3928946"/>
                  </a:cubicBezTo>
                  <a:cubicBezTo>
                    <a:pt x="651725" y="3934104"/>
                    <a:pt x="656851" y="3926367"/>
                    <a:pt x="664539" y="3905735"/>
                  </a:cubicBezTo>
                  <a:cubicBezTo>
                    <a:pt x="665820" y="3900577"/>
                    <a:pt x="669664" y="3897998"/>
                    <a:pt x="672227" y="3895419"/>
                  </a:cubicBezTo>
                  <a:cubicBezTo>
                    <a:pt x="678634" y="3892840"/>
                    <a:pt x="685041" y="3895419"/>
                    <a:pt x="691448" y="3892840"/>
                  </a:cubicBezTo>
                  <a:cubicBezTo>
                    <a:pt x="695292" y="3892840"/>
                    <a:pt x="699136" y="3885103"/>
                    <a:pt x="701698" y="3885103"/>
                  </a:cubicBezTo>
                  <a:cubicBezTo>
                    <a:pt x="711949" y="3887682"/>
                    <a:pt x="723482" y="3879945"/>
                    <a:pt x="732451" y="3892840"/>
                  </a:cubicBezTo>
                  <a:cubicBezTo>
                    <a:pt x="733732" y="3895419"/>
                    <a:pt x="736295" y="3895419"/>
                    <a:pt x="738858" y="3895419"/>
                  </a:cubicBezTo>
                  <a:cubicBezTo>
                    <a:pt x="755516" y="3897998"/>
                    <a:pt x="769611" y="3908314"/>
                    <a:pt x="781143" y="3928946"/>
                  </a:cubicBezTo>
                  <a:cubicBezTo>
                    <a:pt x="784987" y="3936683"/>
                    <a:pt x="790112" y="3941841"/>
                    <a:pt x="793956" y="3946999"/>
                  </a:cubicBezTo>
                  <a:cubicBezTo>
                    <a:pt x="797801" y="3952157"/>
                    <a:pt x="802926" y="3952157"/>
                    <a:pt x="806770" y="3954736"/>
                  </a:cubicBezTo>
                  <a:cubicBezTo>
                    <a:pt x="810614" y="3957315"/>
                    <a:pt x="813177" y="3959894"/>
                    <a:pt x="817021" y="3959894"/>
                  </a:cubicBezTo>
                  <a:cubicBezTo>
                    <a:pt x="823428" y="3959894"/>
                    <a:pt x="828553" y="3965052"/>
                    <a:pt x="832397" y="3975368"/>
                  </a:cubicBezTo>
                  <a:cubicBezTo>
                    <a:pt x="833679" y="3977947"/>
                    <a:pt x="834960" y="3980526"/>
                    <a:pt x="836241" y="3985684"/>
                  </a:cubicBezTo>
                  <a:cubicBezTo>
                    <a:pt x="834960" y="3993421"/>
                    <a:pt x="842648" y="4014053"/>
                    <a:pt x="847774" y="4014053"/>
                  </a:cubicBezTo>
                  <a:cubicBezTo>
                    <a:pt x="856743" y="4014053"/>
                    <a:pt x="865713" y="4019211"/>
                    <a:pt x="873401" y="4032106"/>
                  </a:cubicBezTo>
                  <a:cubicBezTo>
                    <a:pt x="874682" y="4034685"/>
                    <a:pt x="877245" y="4034685"/>
                    <a:pt x="879808" y="4032106"/>
                  </a:cubicBezTo>
                  <a:cubicBezTo>
                    <a:pt x="883652" y="4029527"/>
                    <a:pt x="886214" y="4029527"/>
                    <a:pt x="888777" y="4037264"/>
                  </a:cubicBezTo>
                  <a:cubicBezTo>
                    <a:pt x="890059" y="4039843"/>
                    <a:pt x="895184" y="4039843"/>
                    <a:pt x="897747" y="4039843"/>
                  </a:cubicBezTo>
                  <a:cubicBezTo>
                    <a:pt x="904153" y="4039843"/>
                    <a:pt x="911842" y="4037264"/>
                    <a:pt x="918248" y="4039843"/>
                  </a:cubicBezTo>
                  <a:cubicBezTo>
                    <a:pt x="929781" y="4042422"/>
                    <a:pt x="940032" y="4045001"/>
                    <a:pt x="951564" y="4050159"/>
                  </a:cubicBezTo>
                  <a:cubicBezTo>
                    <a:pt x="954127" y="4050159"/>
                    <a:pt x="956689" y="4052738"/>
                    <a:pt x="957971" y="4055317"/>
                  </a:cubicBezTo>
                  <a:cubicBezTo>
                    <a:pt x="960533" y="4068212"/>
                    <a:pt x="966940" y="4068212"/>
                    <a:pt x="970784" y="4070791"/>
                  </a:cubicBezTo>
                  <a:cubicBezTo>
                    <a:pt x="974628" y="4073370"/>
                    <a:pt x="979754" y="4075949"/>
                    <a:pt x="982317" y="4075949"/>
                  </a:cubicBezTo>
                  <a:cubicBezTo>
                    <a:pt x="983598" y="4073370"/>
                    <a:pt x="986161" y="4070791"/>
                    <a:pt x="988723" y="4065633"/>
                  </a:cubicBezTo>
                  <a:cubicBezTo>
                    <a:pt x="983598" y="4065633"/>
                    <a:pt x="981035" y="4068212"/>
                    <a:pt x="978473" y="4068212"/>
                  </a:cubicBezTo>
                  <a:cubicBezTo>
                    <a:pt x="983598" y="4055317"/>
                    <a:pt x="988723" y="4052738"/>
                    <a:pt x="995130" y="4060475"/>
                  </a:cubicBezTo>
                  <a:cubicBezTo>
                    <a:pt x="1002818" y="4073370"/>
                    <a:pt x="1009225" y="4073370"/>
                    <a:pt x="1018195" y="4060475"/>
                  </a:cubicBezTo>
                  <a:lnTo>
                    <a:pt x="1025883" y="4052738"/>
                  </a:lnTo>
                  <a:lnTo>
                    <a:pt x="1025883" y="4039843"/>
                  </a:lnTo>
                  <a:cubicBezTo>
                    <a:pt x="1029727" y="4042422"/>
                    <a:pt x="1033571" y="4047580"/>
                    <a:pt x="1036134" y="4047580"/>
                  </a:cubicBezTo>
                  <a:cubicBezTo>
                    <a:pt x="1043822" y="4039843"/>
                    <a:pt x="1051510" y="4032106"/>
                    <a:pt x="1057917" y="4021790"/>
                  </a:cubicBezTo>
                  <a:cubicBezTo>
                    <a:pt x="1065605" y="4011474"/>
                    <a:pt x="1072012" y="3998579"/>
                    <a:pt x="1078419" y="3988263"/>
                  </a:cubicBezTo>
                  <a:cubicBezTo>
                    <a:pt x="1079700" y="3988263"/>
                    <a:pt x="1079700" y="3985684"/>
                    <a:pt x="1080981" y="3985684"/>
                  </a:cubicBezTo>
                  <a:cubicBezTo>
                    <a:pt x="1089951" y="3980526"/>
                    <a:pt x="1097639" y="3977947"/>
                    <a:pt x="1106609" y="3972789"/>
                  </a:cubicBezTo>
                  <a:cubicBezTo>
                    <a:pt x="1111734" y="3970210"/>
                    <a:pt x="1115578" y="3965052"/>
                    <a:pt x="1120704" y="3962473"/>
                  </a:cubicBezTo>
                  <a:cubicBezTo>
                    <a:pt x="1124548" y="3959894"/>
                    <a:pt x="1127110" y="3959894"/>
                    <a:pt x="1130954" y="3957315"/>
                  </a:cubicBezTo>
                  <a:lnTo>
                    <a:pt x="1143768" y="3957315"/>
                  </a:lnTo>
                  <a:cubicBezTo>
                    <a:pt x="1146331" y="3957315"/>
                    <a:pt x="1150175" y="3957315"/>
                    <a:pt x="1152738" y="3954736"/>
                  </a:cubicBezTo>
                  <a:cubicBezTo>
                    <a:pt x="1154019" y="3949578"/>
                    <a:pt x="1156582" y="3941841"/>
                    <a:pt x="1157863" y="3941841"/>
                  </a:cubicBezTo>
                  <a:cubicBezTo>
                    <a:pt x="1161707" y="3941841"/>
                    <a:pt x="1164270" y="3946999"/>
                    <a:pt x="1168114" y="3949578"/>
                  </a:cubicBezTo>
                  <a:cubicBezTo>
                    <a:pt x="1169395" y="3949578"/>
                    <a:pt x="1169395" y="3952157"/>
                    <a:pt x="1169395" y="3954736"/>
                  </a:cubicBezTo>
                  <a:cubicBezTo>
                    <a:pt x="1174521" y="3965052"/>
                    <a:pt x="1178365" y="3977947"/>
                    <a:pt x="1183490" y="3988263"/>
                  </a:cubicBezTo>
                  <a:cubicBezTo>
                    <a:pt x="1189897" y="4001158"/>
                    <a:pt x="1196304" y="4001158"/>
                    <a:pt x="1200148" y="3993421"/>
                  </a:cubicBezTo>
                  <a:cubicBezTo>
                    <a:pt x="1206555" y="3983105"/>
                    <a:pt x="1211680" y="3975368"/>
                    <a:pt x="1220650" y="3980526"/>
                  </a:cubicBezTo>
                  <a:cubicBezTo>
                    <a:pt x="1221931" y="3980526"/>
                    <a:pt x="1224494" y="3983105"/>
                    <a:pt x="1225775" y="3980526"/>
                  </a:cubicBezTo>
                  <a:cubicBezTo>
                    <a:pt x="1232182" y="3975368"/>
                    <a:pt x="1239870" y="3970210"/>
                    <a:pt x="1246277" y="3962473"/>
                  </a:cubicBezTo>
                  <a:cubicBezTo>
                    <a:pt x="1250121" y="3959894"/>
                    <a:pt x="1255246" y="3959894"/>
                    <a:pt x="1256528" y="3954736"/>
                  </a:cubicBezTo>
                  <a:cubicBezTo>
                    <a:pt x="1260372" y="3939262"/>
                    <a:pt x="1266779" y="3931525"/>
                    <a:pt x="1273186" y="3921209"/>
                  </a:cubicBezTo>
                  <a:cubicBezTo>
                    <a:pt x="1277030" y="3913472"/>
                    <a:pt x="1280874" y="3903156"/>
                    <a:pt x="1284718" y="3900577"/>
                  </a:cubicBezTo>
                  <a:cubicBezTo>
                    <a:pt x="1293687" y="3895419"/>
                    <a:pt x="1300094" y="3879945"/>
                    <a:pt x="1307782" y="3869629"/>
                  </a:cubicBezTo>
                  <a:cubicBezTo>
                    <a:pt x="1314189" y="3861892"/>
                    <a:pt x="1318033" y="3846419"/>
                    <a:pt x="1324440" y="3843839"/>
                  </a:cubicBezTo>
                  <a:cubicBezTo>
                    <a:pt x="1334691" y="3838681"/>
                    <a:pt x="1342379" y="3825787"/>
                    <a:pt x="1351349" y="3812891"/>
                  </a:cubicBezTo>
                  <a:cubicBezTo>
                    <a:pt x="1356474" y="3805154"/>
                    <a:pt x="1362881" y="3799996"/>
                    <a:pt x="1369288" y="3802575"/>
                  </a:cubicBezTo>
                  <a:cubicBezTo>
                    <a:pt x="1373132" y="3805154"/>
                    <a:pt x="1378257" y="3802575"/>
                    <a:pt x="1380820" y="3799996"/>
                  </a:cubicBezTo>
                  <a:cubicBezTo>
                    <a:pt x="1385945" y="3794838"/>
                    <a:pt x="1391071" y="3787101"/>
                    <a:pt x="1396196" y="3781943"/>
                  </a:cubicBezTo>
                  <a:cubicBezTo>
                    <a:pt x="1400040" y="3776785"/>
                    <a:pt x="1403884" y="3771627"/>
                    <a:pt x="1407728" y="3771627"/>
                  </a:cubicBezTo>
                  <a:cubicBezTo>
                    <a:pt x="1420542" y="3769049"/>
                    <a:pt x="1430793" y="3763890"/>
                    <a:pt x="1437200" y="3738100"/>
                  </a:cubicBezTo>
                  <a:cubicBezTo>
                    <a:pt x="1439762" y="3727784"/>
                    <a:pt x="1452576" y="3714889"/>
                    <a:pt x="1457702" y="3720047"/>
                  </a:cubicBezTo>
                  <a:cubicBezTo>
                    <a:pt x="1466671" y="3727784"/>
                    <a:pt x="1473078" y="3722627"/>
                    <a:pt x="1478203" y="3707152"/>
                  </a:cubicBezTo>
                  <a:cubicBezTo>
                    <a:pt x="1482047" y="3699415"/>
                    <a:pt x="1487173" y="3701994"/>
                    <a:pt x="1491017" y="3707152"/>
                  </a:cubicBezTo>
                  <a:cubicBezTo>
                    <a:pt x="1493580" y="3712310"/>
                    <a:pt x="1496142" y="3714889"/>
                    <a:pt x="1498705" y="3714889"/>
                  </a:cubicBezTo>
                  <a:cubicBezTo>
                    <a:pt x="1507675" y="3717468"/>
                    <a:pt x="1517926" y="3714889"/>
                    <a:pt x="1526895" y="3717468"/>
                  </a:cubicBezTo>
                  <a:cubicBezTo>
                    <a:pt x="1534583" y="3720047"/>
                    <a:pt x="1542271" y="3714889"/>
                    <a:pt x="1547397" y="3704573"/>
                  </a:cubicBezTo>
                  <a:cubicBezTo>
                    <a:pt x="1552522" y="3694257"/>
                    <a:pt x="1556366" y="3694257"/>
                    <a:pt x="1564054" y="3699415"/>
                  </a:cubicBezTo>
                  <a:cubicBezTo>
                    <a:pt x="1570461" y="3704573"/>
                    <a:pt x="1575587" y="3717468"/>
                    <a:pt x="1584556" y="3714889"/>
                  </a:cubicBezTo>
                  <a:cubicBezTo>
                    <a:pt x="1592245" y="3712310"/>
                    <a:pt x="1601214" y="3720047"/>
                    <a:pt x="1610183" y="3712310"/>
                  </a:cubicBezTo>
                  <a:lnTo>
                    <a:pt x="1615309" y="3712310"/>
                  </a:lnTo>
                  <a:cubicBezTo>
                    <a:pt x="1622997" y="3717468"/>
                    <a:pt x="1630685" y="3720047"/>
                    <a:pt x="1637092" y="3732942"/>
                  </a:cubicBezTo>
                  <a:cubicBezTo>
                    <a:pt x="1644780" y="3745837"/>
                    <a:pt x="1646062" y="3650414"/>
                    <a:pt x="1653750" y="3660730"/>
                  </a:cubicBezTo>
                  <a:cubicBezTo>
                    <a:pt x="1665282" y="3676204"/>
                    <a:pt x="1662719" y="3660730"/>
                    <a:pt x="1674252" y="3673625"/>
                  </a:cubicBezTo>
                  <a:cubicBezTo>
                    <a:pt x="1683221" y="3681362"/>
                    <a:pt x="1679377" y="3652994"/>
                    <a:pt x="1689628" y="3658151"/>
                  </a:cubicBezTo>
                  <a:cubicBezTo>
                    <a:pt x="1690909" y="3658151"/>
                    <a:pt x="1706286" y="3678783"/>
                    <a:pt x="1706286" y="3676204"/>
                  </a:cubicBezTo>
                  <a:cubicBezTo>
                    <a:pt x="1712692" y="3668467"/>
                    <a:pt x="1719099" y="3591097"/>
                    <a:pt x="1725506" y="3593677"/>
                  </a:cubicBezTo>
                  <a:cubicBezTo>
                    <a:pt x="1738320" y="3601413"/>
                    <a:pt x="1749852" y="3596255"/>
                    <a:pt x="1761384" y="3585940"/>
                  </a:cubicBezTo>
                  <a:cubicBezTo>
                    <a:pt x="1767791" y="3580781"/>
                    <a:pt x="1778042" y="3562729"/>
                    <a:pt x="1783167" y="3570465"/>
                  </a:cubicBezTo>
                  <a:cubicBezTo>
                    <a:pt x="1792137" y="3583360"/>
                    <a:pt x="1801106" y="3588518"/>
                    <a:pt x="1811357" y="3591097"/>
                  </a:cubicBezTo>
                  <a:cubicBezTo>
                    <a:pt x="1812639" y="3591097"/>
                    <a:pt x="1813920" y="3593677"/>
                    <a:pt x="1815201" y="3596255"/>
                  </a:cubicBezTo>
                  <a:cubicBezTo>
                    <a:pt x="1819045" y="3606572"/>
                    <a:pt x="1836984" y="3578202"/>
                    <a:pt x="1840829" y="3588518"/>
                  </a:cubicBezTo>
                  <a:cubicBezTo>
                    <a:pt x="1845954" y="3603992"/>
                    <a:pt x="1851080" y="3619467"/>
                    <a:pt x="1856205" y="3632362"/>
                  </a:cubicBezTo>
                  <a:cubicBezTo>
                    <a:pt x="1858768" y="3637519"/>
                    <a:pt x="1862612" y="3640099"/>
                    <a:pt x="1863893" y="3645256"/>
                  </a:cubicBezTo>
                  <a:cubicBezTo>
                    <a:pt x="1865174" y="3658151"/>
                    <a:pt x="1867737" y="3663309"/>
                    <a:pt x="1874144" y="3663309"/>
                  </a:cubicBezTo>
                  <a:cubicBezTo>
                    <a:pt x="1877988" y="3663309"/>
                    <a:pt x="1881832" y="3665889"/>
                    <a:pt x="1884395" y="3671046"/>
                  </a:cubicBezTo>
                  <a:cubicBezTo>
                    <a:pt x="1890802" y="3678783"/>
                    <a:pt x="1895927" y="3686520"/>
                    <a:pt x="1901052" y="3694257"/>
                  </a:cubicBezTo>
                  <a:cubicBezTo>
                    <a:pt x="1907459" y="3701994"/>
                    <a:pt x="1913866" y="3709732"/>
                    <a:pt x="1916429" y="3722627"/>
                  </a:cubicBezTo>
                  <a:cubicBezTo>
                    <a:pt x="1917710" y="3727784"/>
                    <a:pt x="1918992" y="3730364"/>
                    <a:pt x="1920273" y="3732942"/>
                  </a:cubicBezTo>
                  <a:cubicBezTo>
                    <a:pt x="1925398" y="3743259"/>
                    <a:pt x="1930524" y="3750995"/>
                    <a:pt x="1935649" y="3761311"/>
                  </a:cubicBezTo>
                  <a:cubicBezTo>
                    <a:pt x="1943337" y="3774206"/>
                    <a:pt x="1949744" y="3789680"/>
                    <a:pt x="1957433" y="3802575"/>
                  </a:cubicBezTo>
                  <a:cubicBezTo>
                    <a:pt x="1959995" y="3805154"/>
                    <a:pt x="1962558" y="3810312"/>
                    <a:pt x="1965120" y="3812891"/>
                  </a:cubicBezTo>
                  <a:cubicBezTo>
                    <a:pt x="1970246" y="3818049"/>
                    <a:pt x="1975371" y="3823207"/>
                    <a:pt x="1979215" y="3830944"/>
                  </a:cubicBezTo>
                  <a:cubicBezTo>
                    <a:pt x="1983060" y="3838681"/>
                    <a:pt x="2000999" y="3792259"/>
                    <a:pt x="2003561" y="3802575"/>
                  </a:cubicBezTo>
                  <a:cubicBezTo>
                    <a:pt x="2003561" y="3805154"/>
                    <a:pt x="2004843" y="3805154"/>
                    <a:pt x="2006124" y="3805154"/>
                  </a:cubicBezTo>
                  <a:cubicBezTo>
                    <a:pt x="2013812" y="3818049"/>
                    <a:pt x="2021501" y="3812891"/>
                    <a:pt x="2029189" y="3807733"/>
                  </a:cubicBezTo>
                  <a:cubicBezTo>
                    <a:pt x="2031751" y="3805154"/>
                    <a:pt x="2034314" y="3802575"/>
                    <a:pt x="2035595" y="3805154"/>
                  </a:cubicBezTo>
                  <a:cubicBezTo>
                    <a:pt x="2044565" y="3812891"/>
                    <a:pt x="2050972" y="3830944"/>
                    <a:pt x="2062504" y="3833523"/>
                  </a:cubicBezTo>
                  <a:cubicBezTo>
                    <a:pt x="2062504" y="3833523"/>
                    <a:pt x="2063786" y="3833523"/>
                    <a:pt x="2063786" y="3836102"/>
                  </a:cubicBezTo>
                  <a:cubicBezTo>
                    <a:pt x="2066348" y="3851576"/>
                    <a:pt x="2074036" y="3851576"/>
                    <a:pt x="2080443" y="3854155"/>
                  </a:cubicBezTo>
                  <a:cubicBezTo>
                    <a:pt x="2084287" y="3854155"/>
                    <a:pt x="2088131" y="3856734"/>
                    <a:pt x="2090694" y="3859314"/>
                  </a:cubicBezTo>
                  <a:cubicBezTo>
                    <a:pt x="2098382" y="3867050"/>
                    <a:pt x="2106070" y="3877366"/>
                    <a:pt x="2115040" y="3882524"/>
                  </a:cubicBezTo>
                  <a:cubicBezTo>
                    <a:pt x="2126572" y="3890261"/>
                    <a:pt x="2138104" y="3895419"/>
                    <a:pt x="2147074" y="3908314"/>
                  </a:cubicBezTo>
                  <a:cubicBezTo>
                    <a:pt x="2148355" y="3908314"/>
                    <a:pt x="2149637" y="3908314"/>
                    <a:pt x="2149637" y="3910893"/>
                  </a:cubicBezTo>
                  <a:cubicBezTo>
                    <a:pt x="2153481" y="3916051"/>
                    <a:pt x="2159888" y="3918630"/>
                    <a:pt x="2162450" y="3926367"/>
                  </a:cubicBezTo>
                  <a:cubicBezTo>
                    <a:pt x="2166294" y="3941841"/>
                    <a:pt x="2176545" y="3939262"/>
                    <a:pt x="2181671" y="3952157"/>
                  </a:cubicBezTo>
                  <a:lnTo>
                    <a:pt x="2182952" y="3952157"/>
                  </a:lnTo>
                  <a:cubicBezTo>
                    <a:pt x="2188077" y="3952157"/>
                    <a:pt x="2193203" y="3954736"/>
                    <a:pt x="2199610" y="3954736"/>
                  </a:cubicBezTo>
                  <a:cubicBezTo>
                    <a:pt x="2202172" y="3952157"/>
                    <a:pt x="2206016" y="3946999"/>
                    <a:pt x="2208579" y="3946999"/>
                  </a:cubicBezTo>
                  <a:cubicBezTo>
                    <a:pt x="2220111" y="3954736"/>
                    <a:pt x="2231644" y="3954736"/>
                    <a:pt x="2239332" y="3934104"/>
                  </a:cubicBezTo>
                  <a:cubicBezTo>
                    <a:pt x="2240613" y="3931525"/>
                    <a:pt x="2243176" y="3931525"/>
                    <a:pt x="2245739" y="3931525"/>
                  </a:cubicBezTo>
                  <a:lnTo>
                    <a:pt x="2255990" y="3931525"/>
                  </a:lnTo>
                  <a:cubicBezTo>
                    <a:pt x="2267522" y="3926367"/>
                    <a:pt x="2277773" y="3921209"/>
                    <a:pt x="2289305" y="3918630"/>
                  </a:cubicBezTo>
                  <a:cubicBezTo>
                    <a:pt x="2294431" y="3916051"/>
                    <a:pt x="2300837" y="3921209"/>
                    <a:pt x="2305963" y="3923788"/>
                  </a:cubicBezTo>
                  <a:cubicBezTo>
                    <a:pt x="2311088" y="3926367"/>
                    <a:pt x="2316214" y="3926367"/>
                    <a:pt x="2321339" y="3926367"/>
                  </a:cubicBezTo>
                  <a:cubicBezTo>
                    <a:pt x="2327746" y="3926367"/>
                    <a:pt x="2332871" y="3921209"/>
                    <a:pt x="2339278" y="3921209"/>
                  </a:cubicBezTo>
                  <a:cubicBezTo>
                    <a:pt x="2344403" y="3918630"/>
                    <a:pt x="2350810" y="3918630"/>
                    <a:pt x="2355936" y="3916051"/>
                  </a:cubicBezTo>
                  <a:cubicBezTo>
                    <a:pt x="2367468" y="3910893"/>
                    <a:pt x="2377719" y="3905735"/>
                    <a:pt x="2389251" y="3903156"/>
                  </a:cubicBezTo>
                  <a:cubicBezTo>
                    <a:pt x="2396939" y="3815470"/>
                    <a:pt x="2395658" y="3712310"/>
                    <a:pt x="2395658" y="3606572"/>
                  </a:cubicBezTo>
                  <a:close/>
                </a:path>
              </a:pathLst>
            </a:custGeom>
            <a:blipFill>
              <a:blip r:embed="rId4"/>
              <a:stretch>
                <a:fillRect l="-11512" t="-45" r="-129142" b="-31"/>
              </a:stretch>
            </a:blipFill>
          </p:spPr>
        </p:sp>
      </p:grpSp>
      <p:sp>
        <p:nvSpPr>
          <p:cNvPr name="TextBox 7" id="7"/>
          <p:cNvSpPr txBox="true"/>
          <p:nvPr/>
        </p:nvSpPr>
        <p:spPr>
          <a:xfrm rot="0">
            <a:off x="9144000" y="1749109"/>
            <a:ext cx="8115300" cy="1038225"/>
          </a:xfrm>
          <a:prstGeom prst="rect">
            <a:avLst/>
          </a:prstGeom>
        </p:spPr>
        <p:txBody>
          <a:bodyPr anchor="t" rtlCol="false" tIns="0" lIns="0" bIns="0" rIns="0">
            <a:spAutoFit/>
          </a:bodyPr>
          <a:lstStyle/>
          <a:p>
            <a:pPr algn="l" marL="0" indent="0" lvl="0">
              <a:lnSpc>
                <a:spcPts val="8400"/>
              </a:lnSpc>
              <a:spcBef>
                <a:spcPct val="0"/>
              </a:spcBef>
            </a:pPr>
            <a:r>
              <a:rPr lang="en-US" sz="6000" u="none">
                <a:solidFill>
                  <a:srgbClr val="000000"/>
                </a:solidFill>
                <a:latin typeface="Arapey"/>
                <a:ea typeface="Arapey"/>
                <a:cs typeface="Arapey"/>
                <a:sym typeface="Arapey"/>
              </a:rPr>
              <a:t>Introducción</a:t>
            </a:r>
          </a:p>
        </p:txBody>
      </p:sp>
      <p:sp>
        <p:nvSpPr>
          <p:cNvPr name="TextBox 8" id="8"/>
          <p:cNvSpPr txBox="true"/>
          <p:nvPr/>
        </p:nvSpPr>
        <p:spPr>
          <a:xfrm rot="0">
            <a:off x="9144000" y="3090117"/>
            <a:ext cx="7776678" cy="4538410"/>
          </a:xfrm>
          <a:prstGeom prst="rect">
            <a:avLst/>
          </a:prstGeom>
        </p:spPr>
        <p:txBody>
          <a:bodyPr anchor="t" rtlCol="false" tIns="0" lIns="0" bIns="0" rIns="0">
            <a:spAutoFit/>
          </a:bodyPr>
          <a:lstStyle/>
          <a:p>
            <a:pPr algn="l">
              <a:lnSpc>
                <a:spcPts val="4512"/>
              </a:lnSpc>
              <a:spcBef>
                <a:spcPct val="0"/>
              </a:spcBef>
            </a:pPr>
            <a:r>
              <a:rPr lang="en-US" sz="3223">
                <a:solidFill>
                  <a:srgbClr val="000000"/>
                </a:solidFill>
                <a:latin typeface="Proxima Nova Light"/>
                <a:ea typeface="Proxima Nova Light"/>
                <a:cs typeface="Proxima Nova Light"/>
                <a:sym typeface="Proxima Nova Light"/>
              </a:rPr>
              <a:t>¿Te habías imaginado que un día alguien llegaría y te amara tanto como yo?, y es que para mi, el amarte es un placer, cuando estoy contigo pierdo los sentidos, el tiempo se me va, y no pienso en nada mas que el estar junto a ti, esta presentación tratara de explicar todos esos bonitos sentimientos que tengo por ti &lt;3</a:t>
            </a:r>
          </a:p>
        </p:txBody>
      </p:sp>
      <p:sp>
        <p:nvSpPr>
          <p:cNvPr name="Freeform 9" id="9"/>
          <p:cNvSpPr/>
          <p:nvPr/>
        </p:nvSpPr>
        <p:spPr>
          <a:xfrm flipH="false" flipV="false" rot="-1072707">
            <a:off x="527817" y="605412"/>
            <a:ext cx="3007175" cy="3173800"/>
          </a:xfrm>
          <a:custGeom>
            <a:avLst/>
            <a:gdLst/>
            <a:ahLst/>
            <a:cxnLst/>
            <a:rect r="r" b="b" t="t" l="l"/>
            <a:pathLst>
              <a:path h="3173800" w="3007175">
                <a:moveTo>
                  <a:pt x="0" y="0"/>
                </a:moveTo>
                <a:lnTo>
                  <a:pt x="3007176" y="0"/>
                </a:lnTo>
                <a:lnTo>
                  <a:pt x="3007176" y="3173800"/>
                </a:lnTo>
                <a:lnTo>
                  <a:pt x="0" y="3173800"/>
                </a:lnTo>
                <a:lnTo>
                  <a:pt x="0" y="0"/>
                </a:lnTo>
                <a:close/>
              </a:path>
            </a:pathLst>
          </a:custGeom>
          <a:blipFill>
            <a:blip r:embed="rId5">
              <a:alphaModFix amt="63000"/>
            </a:blip>
            <a:stretch>
              <a:fillRect l="0" t="0" r="0" b="0"/>
            </a:stretch>
          </a:blipFill>
        </p:spPr>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sp>
        <p:nvSpPr>
          <p:cNvPr name="TextBox 3" id="3"/>
          <p:cNvSpPr txBox="true"/>
          <p:nvPr/>
        </p:nvSpPr>
        <p:spPr>
          <a:xfrm rot="0">
            <a:off x="3029147" y="187715"/>
            <a:ext cx="7253478" cy="1038225"/>
          </a:xfrm>
          <a:prstGeom prst="rect">
            <a:avLst/>
          </a:prstGeom>
        </p:spPr>
        <p:txBody>
          <a:bodyPr anchor="t" rtlCol="false" tIns="0" lIns="0" bIns="0" rIns="0">
            <a:spAutoFit/>
          </a:bodyPr>
          <a:lstStyle/>
          <a:p>
            <a:pPr algn="l" marL="0" indent="0" lvl="0">
              <a:lnSpc>
                <a:spcPts val="8400"/>
              </a:lnSpc>
              <a:spcBef>
                <a:spcPct val="0"/>
              </a:spcBef>
            </a:pPr>
            <a:r>
              <a:rPr lang="en-US" sz="6000">
                <a:solidFill>
                  <a:srgbClr val="000000"/>
                </a:solidFill>
                <a:latin typeface="Arapey"/>
                <a:ea typeface="Arapey"/>
                <a:cs typeface="Arapey"/>
                <a:sym typeface="Arapey"/>
              </a:rPr>
              <a:t>Nuestro comienzo</a:t>
            </a:r>
          </a:p>
        </p:txBody>
      </p:sp>
      <p:sp>
        <p:nvSpPr>
          <p:cNvPr name="Freeform 4" id="4"/>
          <p:cNvSpPr/>
          <p:nvPr/>
        </p:nvSpPr>
        <p:spPr>
          <a:xfrm flipH="false" flipV="false" rot="0">
            <a:off x="9144000" y="-2661885"/>
            <a:ext cx="9735240" cy="13381773"/>
          </a:xfrm>
          <a:custGeom>
            <a:avLst/>
            <a:gdLst/>
            <a:ahLst/>
            <a:cxnLst/>
            <a:rect r="r" b="b" t="t" l="l"/>
            <a:pathLst>
              <a:path h="13381773" w="9735240">
                <a:moveTo>
                  <a:pt x="0" y="0"/>
                </a:moveTo>
                <a:lnTo>
                  <a:pt x="9735240" y="0"/>
                </a:lnTo>
                <a:lnTo>
                  <a:pt x="9735240" y="13381773"/>
                </a:lnTo>
                <a:lnTo>
                  <a:pt x="0" y="13381773"/>
                </a:lnTo>
                <a:lnTo>
                  <a:pt x="0" y="0"/>
                </a:lnTo>
                <a:close/>
              </a:path>
            </a:pathLst>
          </a:custGeom>
          <a:blipFill>
            <a:blip r:embed="rId3">
              <a:alphaModFix amt="24000"/>
            </a:blip>
            <a:stretch>
              <a:fillRect l="0" t="0" r="0" b="0"/>
            </a:stretch>
          </a:blipFill>
          <a:ln cap="sq">
            <a:noFill/>
            <a:prstDash val="solid"/>
            <a:miter/>
          </a:ln>
        </p:spPr>
      </p:sp>
      <p:grpSp>
        <p:nvGrpSpPr>
          <p:cNvPr name="Group 5" id="5"/>
          <p:cNvGrpSpPr/>
          <p:nvPr/>
        </p:nvGrpSpPr>
        <p:grpSpPr>
          <a:xfrm rot="0">
            <a:off x="10416066" y="1028700"/>
            <a:ext cx="6249038" cy="8725757"/>
            <a:chOff x="0" y="0"/>
            <a:chExt cx="2396145" cy="3345824"/>
          </a:xfrm>
        </p:grpSpPr>
        <p:sp>
          <p:nvSpPr>
            <p:cNvPr name="Freeform 6" id="6"/>
            <p:cNvSpPr/>
            <p:nvPr/>
          </p:nvSpPr>
          <p:spPr>
            <a:xfrm flipH="false" flipV="false" rot="0">
              <a:off x="-794" y="-1176"/>
              <a:ext cx="2395738" cy="3338552"/>
            </a:xfrm>
            <a:custGeom>
              <a:avLst/>
              <a:gdLst/>
              <a:ahLst/>
              <a:cxnLst/>
              <a:rect r="r" b="b" t="t" l="l"/>
              <a:pathLst>
                <a:path h="3338552" w="2395738">
                  <a:moveTo>
                    <a:pt x="2395658" y="2954119"/>
                  </a:moveTo>
                  <a:cubicBezTo>
                    <a:pt x="2394376" y="2119776"/>
                    <a:pt x="2379000" y="991827"/>
                    <a:pt x="2379000" y="159596"/>
                  </a:cubicBezTo>
                  <a:cubicBezTo>
                    <a:pt x="2379000" y="146922"/>
                    <a:pt x="2380282" y="134249"/>
                    <a:pt x="2380282" y="123687"/>
                  </a:cubicBezTo>
                  <a:cubicBezTo>
                    <a:pt x="2379000" y="121575"/>
                    <a:pt x="2377719" y="121575"/>
                    <a:pt x="2376438" y="119463"/>
                  </a:cubicBezTo>
                  <a:cubicBezTo>
                    <a:pt x="2376438" y="119463"/>
                    <a:pt x="2375156" y="121575"/>
                    <a:pt x="2375156" y="123687"/>
                  </a:cubicBezTo>
                  <a:cubicBezTo>
                    <a:pt x="2372593" y="134249"/>
                    <a:pt x="2367468" y="134249"/>
                    <a:pt x="2362342" y="134249"/>
                  </a:cubicBezTo>
                  <a:cubicBezTo>
                    <a:pt x="2355936" y="132136"/>
                    <a:pt x="2349529" y="121575"/>
                    <a:pt x="2341841" y="125800"/>
                  </a:cubicBezTo>
                  <a:cubicBezTo>
                    <a:pt x="2339278" y="127912"/>
                    <a:pt x="2334153" y="123687"/>
                    <a:pt x="2332871" y="119463"/>
                  </a:cubicBezTo>
                  <a:cubicBezTo>
                    <a:pt x="2329027" y="111014"/>
                    <a:pt x="2323902" y="111014"/>
                    <a:pt x="2318776" y="115238"/>
                  </a:cubicBezTo>
                  <a:cubicBezTo>
                    <a:pt x="2316214" y="117350"/>
                    <a:pt x="2313651" y="115238"/>
                    <a:pt x="2311088" y="115238"/>
                  </a:cubicBezTo>
                  <a:cubicBezTo>
                    <a:pt x="2307244" y="115238"/>
                    <a:pt x="2302118" y="113126"/>
                    <a:pt x="2298274" y="111014"/>
                  </a:cubicBezTo>
                  <a:cubicBezTo>
                    <a:pt x="2296993" y="111014"/>
                    <a:pt x="2294431" y="108901"/>
                    <a:pt x="2293149" y="108901"/>
                  </a:cubicBezTo>
                  <a:cubicBezTo>
                    <a:pt x="2289305" y="106789"/>
                    <a:pt x="2285461" y="100452"/>
                    <a:pt x="2281617" y="108901"/>
                  </a:cubicBezTo>
                  <a:cubicBezTo>
                    <a:pt x="2281617" y="108901"/>
                    <a:pt x="2279054" y="108901"/>
                    <a:pt x="2277773" y="106789"/>
                  </a:cubicBezTo>
                  <a:cubicBezTo>
                    <a:pt x="2276491" y="102565"/>
                    <a:pt x="2275210" y="96228"/>
                    <a:pt x="2273929" y="92003"/>
                  </a:cubicBezTo>
                  <a:cubicBezTo>
                    <a:pt x="2271366" y="85667"/>
                    <a:pt x="2271366" y="75105"/>
                    <a:pt x="2267522" y="70881"/>
                  </a:cubicBezTo>
                  <a:cubicBezTo>
                    <a:pt x="2264959" y="68768"/>
                    <a:pt x="2263678" y="66656"/>
                    <a:pt x="2262396" y="62432"/>
                  </a:cubicBezTo>
                  <a:cubicBezTo>
                    <a:pt x="2262396" y="60319"/>
                    <a:pt x="2259834" y="58207"/>
                    <a:pt x="2259834" y="56095"/>
                  </a:cubicBezTo>
                  <a:lnTo>
                    <a:pt x="2255990" y="49758"/>
                  </a:lnTo>
                  <a:cubicBezTo>
                    <a:pt x="2254708" y="45534"/>
                    <a:pt x="2253427" y="39197"/>
                    <a:pt x="2250864" y="37084"/>
                  </a:cubicBezTo>
                  <a:cubicBezTo>
                    <a:pt x="2245739" y="30748"/>
                    <a:pt x="2244457" y="22299"/>
                    <a:pt x="2247020" y="11737"/>
                  </a:cubicBezTo>
                  <a:cubicBezTo>
                    <a:pt x="2243176" y="9625"/>
                    <a:pt x="2240613" y="5401"/>
                    <a:pt x="2236769" y="5401"/>
                  </a:cubicBezTo>
                  <a:cubicBezTo>
                    <a:pt x="2221393" y="7513"/>
                    <a:pt x="2204735" y="11737"/>
                    <a:pt x="2189359" y="13850"/>
                  </a:cubicBezTo>
                  <a:cubicBezTo>
                    <a:pt x="2186796" y="13850"/>
                    <a:pt x="2182952" y="15962"/>
                    <a:pt x="2181671" y="18074"/>
                  </a:cubicBezTo>
                  <a:cubicBezTo>
                    <a:pt x="2171420" y="28635"/>
                    <a:pt x="2161169" y="20186"/>
                    <a:pt x="2150918" y="18074"/>
                  </a:cubicBezTo>
                  <a:cubicBezTo>
                    <a:pt x="2143230" y="18074"/>
                    <a:pt x="2135542" y="11737"/>
                    <a:pt x="2127854" y="9625"/>
                  </a:cubicBezTo>
                  <a:cubicBezTo>
                    <a:pt x="2118884" y="7513"/>
                    <a:pt x="2111196" y="9625"/>
                    <a:pt x="2102226" y="7513"/>
                  </a:cubicBezTo>
                  <a:cubicBezTo>
                    <a:pt x="2100945" y="7513"/>
                    <a:pt x="2099663" y="5401"/>
                    <a:pt x="2098382" y="3288"/>
                  </a:cubicBezTo>
                  <a:cubicBezTo>
                    <a:pt x="2095819" y="-1364"/>
                    <a:pt x="2090694" y="-94"/>
                    <a:pt x="2088131" y="1176"/>
                  </a:cubicBezTo>
                  <a:cubicBezTo>
                    <a:pt x="2084287" y="5401"/>
                    <a:pt x="2083006" y="11737"/>
                    <a:pt x="2080443" y="18074"/>
                  </a:cubicBezTo>
                  <a:cubicBezTo>
                    <a:pt x="2074036" y="20186"/>
                    <a:pt x="2065067" y="22299"/>
                    <a:pt x="2058660" y="28635"/>
                  </a:cubicBezTo>
                  <a:cubicBezTo>
                    <a:pt x="2053535" y="32860"/>
                    <a:pt x="2050972" y="34972"/>
                    <a:pt x="2047128" y="30748"/>
                  </a:cubicBezTo>
                  <a:lnTo>
                    <a:pt x="2045846" y="32860"/>
                  </a:lnTo>
                  <a:cubicBezTo>
                    <a:pt x="2048409" y="37084"/>
                    <a:pt x="2049690" y="43421"/>
                    <a:pt x="2052253" y="47646"/>
                  </a:cubicBezTo>
                  <a:cubicBezTo>
                    <a:pt x="2048409" y="49758"/>
                    <a:pt x="2043284" y="53983"/>
                    <a:pt x="2040721" y="51870"/>
                  </a:cubicBezTo>
                  <a:cubicBezTo>
                    <a:pt x="2034314" y="49758"/>
                    <a:pt x="2031751" y="53983"/>
                    <a:pt x="2026626" y="58207"/>
                  </a:cubicBezTo>
                  <a:cubicBezTo>
                    <a:pt x="2021501" y="64544"/>
                    <a:pt x="2015094" y="68768"/>
                    <a:pt x="2009968" y="72993"/>
                  </a:cubicBezTo>
                  <a:cubicBezTo>
                    <a:pt x="2008687" y="72993"/>
                    <a:pt x="2007405" y="72993"/>
                    <a:pt x="2006124" y="70881"/>
                  </a:cubicBezTo>
                  <a:cubicBezTo>
                    <a:pt x="2004843" y="70881"/>
                    <a:pt x="2003561" y="68768"/>
                    <a:pt x="2003561" y="68768"/>
                  </a:cubicBezTo>
                  <a:cubicBezTo>
                    <a:pt x="1997155" y="72993"/>
                    <a:pt x="1990748" y="77217"/>
                    <a:pt x="1984341" y="72993"/>
                  </a:cubicBezTo>
                  <a:cubicBezTo>
                    <a:pt x="1983060" y="72993"/>
                    <a:pt x="1983060" y="75105"/>
                    <a:pt x="1981778" y="75105"/>
                  </a:cubicBezTo>
                  <a:cubicBezTo>
                    <a:pt x="1974090" y="79330"/>
                    <a:pt x="1968965" y="94116"/>
                    <a:pt x="1958714" y="94116"/>
                  </a:cubicBezTo>
                  <a:cubicBezTo>
                    <a:pt x="1951026" y="94116"/>
                    <a:pt x="1943337" y="104677"/>
                    <a:pt x="1935649" y="104677"/>
                  </a:cubicBezTo>
                  <a:cubicBezTo>
                    <a:pt x="1926680" y="106789"/>
                    <a:pt x="1918992" y="111014"/>
                    <a:pt x="1911303" y="117350"/>
                  </a:cubicBezTo>
                  <a:cubicBezTo>
                    <a:pt x="1908741" y="119463"/>
                    <a:pt x="1906178" y="119463"/>
                    <a:pt x="1904897" y="119463"/>
                  </a:cubicBezTo>
                  <a:cubicBezTo>
                    <a:pt x="1898490" y="115238"/>
                    <a:pt x="1894646" y="121575"/>
                    <a:pt x="1892083" y="127912"/>
                  </a:cubicBezTo>
                  <a:cubicBezTo>
                    <a:pt x="1885676" y="142698"/>
                    <a:pt x="1875425" y="146922"/>
                    <a:pt x="1866456" y="151147"/>
                  </a:cubicBezTo>
                  <a:cubicBezTo>
                    <a:pt x="1854923" y="155371"/>
                    <a:pt x="1843391" y="157483"/>
                    <a:pt x="1831859" y="159596"/>
                  </a:cubicBezTo>
                  <a:cubicBezTo>
                    <a:pt x="1830578" y="159596"/>
                    <a:pt x="1829296" y="165932"/>
                    <a:pt x="1826734" y="168045"/>
                  </a:cubicBezTo>
                  <a:cubicBezTo>
                    <a:pt x="1825452" y="168045"/>
                    <a:pt x="1824171" y="165932"/>
                    <a:pt x="1824171" y="165932"/>
                  </a:cubicBezTo>
                  <a:cubicBezTo>
                    <a:pt x="1817764" y="178606"/>
                    <a:pt x="1813920" y="197616"/>
                    <a:pt x="1801106" y="195504"/>
                  </a:cubicBezTo>
                  <a:lnTo>
                    <a:pt x="1799825" y="195504"/>
                  </a:lnTo>
                  <a:cubicBezTo>
                    <a:pt x="1789574" y="206065"/>
                    <a:pt x="1779323" y="201841"/>
                    <a:pt x="1770354" y="197616"/>
                  </a:cubicBezTo>
                  <a:cubicBezTo>
                    <a:pt x="1767791" y="197616"/>
                    <a:pt x="1763947" y="193392"/>
                    <a:pt x="1762666" y="189167"/>
                  </a:cubicBezTo>
                  <a:cubicBezTo>
                    <a:pt x="1758821" y="176494"/>
                    <a:pt x="1748570" y="172269"/>
                    <a:pt x="1740882" y="176494"/>
                  </a:cubicBezTo>
                  <a:cubicBezTo>
                    <a:pt x="1734475" y="180718"/>
                    <a:pt x="1728069" y="182831"/>
                    <a:pt x="1721662" y="187055"/>
                  </a:cubicBezTo>
                  <a:cubicBezTo>
                    <a:pt x="1711411" y="191280"/>
                    <a:pt x="1702441" y="193392"/>
                    <a:pt x="1692191" y="184943"/>
                  </a:cubicBezTo>
                  <a:cubicBezTo>
                    <a:pt x="1681940" y="176494"/>
                    <a:pt x="1674252" y="182831"/>
                    <a:pt x="1669126" y="201841"/>
                  </a:cubicBezTo>
                  <a:cubicBezTo>
                    <a:pt x="1665282" y="214515"/>
                    <a:pt x="1655031" y="216627"/>
                    <a:pt x="1648624" y="206065"/>
                  </a:cubicBezTo>
                  <a:cubicBezTo>
                    <a:pt x="1644780" y="199729"/>
                    <a:pt x="1642217" y="201841"/>
                    <a:pt x="1638374" y="206065"/>
                  </a:cubicBezTo>
                  <a:lnTo>
                    <a:pt x="1630685" y="218739"/>
                  </a:lnTo>
                  <a:cubicBezTo>
                    <a:pt x="1629404" y="220851"/>
                    <a:pt x="1626841" y="220851"/>
                    <a:pt x="1625560" y="220851"/>
                  </a:cubicBezTo>
                  <a:lnTo>
                    <a:pt x="1617872" y="220851"/>
                  </a:lnTo>
                  <a:cubicBezTo>
                    <a:pt x="1612746" y="220851"/>
                    <a:pt x="1607621" y="218739"/>
                    <a:pt x="1602495" y="216627"/>
                  </a:cubicBezTo>
                  <a:cubicBezTo>
                    <a:pt x="1596089" y="214515"/>
                    <a:pt x="1590963" y="208178"/>
                    <a:pt x="1584556" y="206065"/>
                  </a:cubicBezTo>
                  <a:cubicBezTo>
                    <a:pt x="1574305" y="203953"/>
                    <a:pt x="1571743" y="189167"/>
                    <a:pt x="1567899" y="178606"/>
                  </a:cubicBezTo>
                  <a:cubicBezTo>
                    <a:pt x="1565336" y="172269"/>
                    <a:pt x="1560210" y="163820"/>
                    <a:pt x="1555085" y="165932"/>
                  </a:cubicBezTo>
                  <a:cubicBezTo>
                    <a:pt x="1549960" y="170157"/>
                    <a:pt x="1544834" y="165932"/>
                    <a:pt x="1540990" y="163820"/>
                  </a:cubicBezTo>
                  <a:cubicBezTo>
                    <a:pt x="1539709" y="163820"/>
                    <a:pt x="1537146" y="161708"/>
                    <a:pt x="1535865" y="161708"/>
                  </a:cubicBezTo>
                  <a:cubicBezTo>
                    <a:pt x="1526895" y="157483"/>
                    <a:pt x="1520488" y="165932"/>
                    <a:pt x="1514081" y="176494"/>
                  </a:cubicBezTo>
                  <a:lnTo>
                    <a:pt x="1508956" y="184943"/>
                  </a:lnTo>
                  <a:cubicBezTo>
                    <a:pt x="1507675" y="187055"/>
                    <a:pt x="1507675" y="191280"/>
                    <a:pt x="1506393" y="193392"/>
                  </a:cubicBezTo>
                  <a:cubicBezTo>
                    <a:pt x="1498705" y="203953"/>
                    <a:pt x="1491017" y="199729"/>
                    <a:pt x="1482047" y="193392"/>
                  </a:cubicBezTo>
                  <a:cubicBezTo>
                    <a:pt x="1474359" y="187055"/>
                    <a:pt x="1465390" y="193392"/>
                    <a:pt x="1462827" y="206065"/>
                  </a:cubicBezTo>
                  <a:cubicBezTo>
                    <a:pt x="1461546" y="214515"/>
                    <a:pt x="1460264" y="220851"/>
                    <a:pt x="1453857" y="225076"/>
                  </a:cubicBezTo>
                  <a:cubicBezTo>
                    <a:pt x="1447451" y="231413"/>
                    <a:pt x="1439762" y="235637"/>
                    <a:pt x="1438481" y="250423"/>
                  </a:cubicBezTo>
                  <a:cubicBezTo>
                    <a:pt x="1438481" y="252535"/>
                    <a:pt x="1437200" y="254648"/>
                    <a:pt x="1435918" y="254648"/>
                  </a:cubicBezTo>
                  <a:cubicBezTo>
                    <a:pt x="1432074" y="256760"/>
                    <a:pt x="1429512" y="258872"/>
                    <a:pt x="1425668" y="260984"/>
                  </a:cubicBezTo>
                  <a:lnTo>
                    <a:pt x="1414135" y="260984"/>
                  </a:lnTo>
                  <a:cubicBezTo>
                    <a:pt x="1406447" y="258872"/>
                    <a:pt x="1398759" y="254648"/>
                    <a:pt x="1391071" y="252535"/>
                  </a:cubicBezTo>
                  <a:cubicBezTo>
                    <a:pt x="1382101" y="250423"/>
                    <a:pt x="1374413" y="258872"/>
                    <a:pt x="1365444" y="260984"/>
                  </a:cubicBezTo>
                  <a:lnTo>
                    <a:pt x="1364162" y="263097"/>
                  </a:lnTo>
                  <a:cubicBezTo>
                    <a:pt x="1361600" y="269433"/>
                    <a:pt x="1357755" y="267321"/>
                    <a:pt x="1355193" y="263097"/>
                  </a:cubicBezTo>
                  <a:cubicBezTo>
                    <a:pt x="1350067" y="254648"/>
                    <a:pt x="1341098" y="252535"/>
                    <a:pt x="1334691" y="256760"/>
                  </a:cubicBezTo>
                  <a:cubicBezTo>
                    <a:pt x="1327003" y="263097"/>
                    <a:pt x="1319315" y="267321"/>
                    <a:pt x="1311626" y="271546"/>
                  </a:cubicBezTo>
                  <a:cubicBezTo>
                    <a:pt x="1309064" y="271546"/>
                    <a:pt x="1306501" y="269433"/>
                    <a:pt x="1305220" y="269433"/>
                  </a:cubicBezTo>
                  <a:cubicBezTo>
                    <a:pt x="1302657" y="269433"/>
                    <a:pt x="1298813" y="267321"/>
                    <a:pt x="1297531" y="269433"/>
                  </a:cubicBezTo>
                  <a:cubicBezTo>
                    <a:pt x="1287280" y="282107"/>
                    <a:pt x="1277030" y="277882"/>
                    <a:pt x="1268060" y="269433"/>
                  </a:cubicBezTo>
                  <a:cubicBezTo>
                    <a:pt x="1262935" y="265209"/>
                    <a:pt x="1255246" y="260984"/>
                    <a:pt x="1252684" y="248311"/>
                  </a:cubicBezTo>
                  <a:cubicBezTo>
                    <a:pt x="1251402" y="239862"/>
                    <a:pt x="1246277" y="231413"/>
                    <a:pt x="1242433" y="225076"/>
                  </a:cubicBezTo>
                  <a:cubicBezTo>
                    <a:pt x="1236026" y="214515"/>
                    <a:pt x="1229619" y="199729"/>
                    <a:pt x="1218087" y="199729"/>
                  </a:cubicBezTo>
                  <a:cubicBezTo>
                    <a:pt x="1215524" y="199729"/>
                    <a:pt x="1212961" y="191280"/>
                    <a:pt x="1211680" y="193392"/>
                  </a:cubicBezTo>
                  <a:cubicBezTo>
                    <a:pt x="1206555" y="195504"/>
                    <a:pt x="1206555" y="191280"/>
                    <a:pt x="1203992" y="187055"/>
                  </a:cubicBezTo>
                  <a:cubicBezTo>
                    <a:pt x="1201429" y="182831"/>
                    <a:pt x="1197585" y="178606"/>
                    <a:pt x="1195023" y="172269"/>
                  </a:cubicBezTo>
                  <a:cubicBezTo>
                    <a:pt x="1191178" y="163820"/>
                    <a:pt x="1187334" y="153259"/>
                    <a:pt x="1183490" y="144810"/>
                  </a:cubicBezTo>
                  <a:cubicBezTo>
                    <a:pt x="1179646" y="136361"/>
                    <a:pt x="1177083" y="125800"/>
                    <a:pt x="1173239" y="117350"/>
                  </a:cubicBezTo>
                  <a:cubicBezTo>
                    <a:pt x="1171958" y="115238"/>
                    <a:pt x="1168114" y="113126"/>
                    <a:pt x="1166833" y="115238"/>
                  </a:cubicBezTo>
                  <a:lnTo>
                    <a:pt x="1151456" y="127912"/>
                  </a:lnTo>
                  <a:cubicBezTo>
                    <a:pt x="1148893" y="130024"/>
                    <a:pt x="1147612" y="134249"/>
                    <a:pt x="1146331" y="138473"/>
                  </a:cubicBezTo>
                  <a:lnTo>
                    <a:pt x="1145049" y="136361"/>
                  </a:lnTo>
                  <a:cubicBezTo>
                    <a:pt x="1146331" y="130024"/>
                    <a:pt x="1147612" y="123687"/>
                    <a:pt x="1148893" y="121575"/>
                  </a:cubicBezTo>
                  <a:lnTo>
                    <a:pt x="1133517" y="115238"/>
                  </a:lnTo>
                  <a:cubicBezTo>
                    <a:pt x="1129673" y="113126"/>
                    <a:pt x="1123266" y="113126"/>
                    <a:pt x="1120704" y="113126"/>
                  </a:cubicBezTo>
                  <a:lnTo>
                    <a:pt x="1100202" y="113126"/>
                  </a:lnTo>
                  <a:cubicBezTo>
                    <a:pt x="1092514" y="113126"/>
                    <a:pt x="1086107" y="111014"/>
                    <a:pt x="1078419" y="113126"/>
                  </a:cubicBezTo>
                  <a:cubicBezTo>
                    <a:pt x="1073293" y="115238"/>
                    <a:pt x="1069449" y="111014"/>
                    <a:pt x="1065605" y="106789"/>
                  </a:cubicBezTo>
                  <a:cubicBezTo>
                    <a:pt x="1055354" y="94116"/>
                    <a:pt x="1045103" y="79330"/>
                    <a:pt x="1031008" y="85667"/>
                  </a:cubicBezTo>
                  <a:cubicBezTo>
                    <a:pt x="1029727" y="85667"/>
                    <a:pt x="1027164" y="83554"/>
                    <a:pt x="1025883" y="81442"/>
                  </a:cubicBezTo>
                  <a:cubicBezTo>
                    <a:pt x="1022039" y="79330"/>
                    <a:pt x="1019476" y="75105"/>
                    <a:pt x="1014351" y="70881"/>
                  </a:cubicBezTo>
                  <a:cubicBezTo>
                    <a:pt x="1014351" y="77217"/>
                    <a:pt x="1014351" y="79330"/>
                    <a:pt x="1015632" y="83554"/>
                  </a:cubicBezTo>
                  <a:cubicBezTo>
                    <a:pt x="1013069" y="87779"/>
                    <a:pt x="1011788" y="85667"/>
                    <a:pt x="1010506" y="83554"/>
                  </a:cubicBezTo>
                  <a:cubicBezTo>
                    <a:pt x="1009225" y="85667"/>
                    <a:pt x="1007944" y="89891"/>
                    <a:pt x="1006662" y="89891"/>
                  </a:cubicBezTo>
                  <a:cubicBezTo>
                    <a:pt x="1000256" y="94116"/>
                    <a:pt x="993849" y="96228"/>
                    <a:pt x="987442" y="100452"/>
                  </a:cubicBezTo>
                  <a:cubicBezTo>
                    <a:pt x="984879" y="102565"/>
                    <a:pt x="982317" y="104677"/>
                    <a:pt x="981035" y="106789"/>
                  </a:cubicBezTo>
                  <a:cubicBezTo>
                    <a:pt x="975910" y="113126"/>
                    <a:pt x="972066" y="123687"/>
                    <a:pt x="963096" y="121575"/>
                  </a:cubicBezTo>
                  <a:cubicBezTo>
                    <a:pt x="961815" y="121575"/>
                    <a:pt x="959252" y="125800"/>
                    <a:pt x="956689" y="125800"/>
                  </a:cubicBezTo>
                  <a:cubicBezTo>
                    <a:pt x="954127" y="127912"/>
                    <a:pt x="950282" y="127912"/>
                    <a:pt x="947720" y="130024"/>
                  </a:cubicBezTo>
                  <a:lnTo>
                    <a:pt x="945157" y="130024"/>
                  </a:lnTo>
                  <a:cubicBezTo>
                    <a:pt x="937469" y="134249"/>
                    <a:pt x="931062" y="138473"/>
                    <a:pt x="923374" y="140585"/>
                  </a:cubicBezTo>
                  <a:lnTo>
                    <a:pt x="918248" y="140585"/>
                  </a:lnTo>
                  <a:cubicBezTo>
                    <a:pt x="911842" y="140585"/>
                    <a:pt x="906716" y="138473"/>
                    <a:pt x="900309" y="138473"/>
                  </a:cubicBezTo>
                  <a:cubicBezTo>
                    <a:pt x="893903" y="138473"/>
                    <a:pt x="887496" y="142698"/>
                    <a:pt x="881089" y="142698"/>
                  </a:cubicBezTo>
                  <a:cubicBezTo>
                    <a:pt x="873401" y="142698"/>
                    <a:pt x="864431" y="142698"/>
                    <a:pt x="858025" y="134249"/>
                  </a:cubicBezTo>
                  <a:cubicBezTo>
                    <a:pt x="856743" y="132136"/>
                    <a:pt x="852899" y="132136"/>
                    <a:pt x="850336" y="134249"/>
                  </a:cubicBezTo>
                  <a:cubicBezTo>
                    <a:pt x="841367" y="136361"/>
                    <a:pt x="832397" y="138473"/>
                    <a:pt x="824709" y="142698"/>
                  </a:cubicBezTo>
                  <a:cubicBezTo>
                    <a:pt x="817021" y="146922"/>
                    <a:pt x="813177" y="142698"/>
                    <a:pt x="810614" y="132136"/>
                  </a:cubicBezTo>
                  <a:cubicBezTo>
                    <a:pt x="809333" y="127912"/>
                    <a:pt x="806770" y="123687"/>
                    <a:pt x="804207" y="119463"/>
                  </a:cubicBezTo>
                  <a:cubicBezTo>
                    <a:pt x="800363" y="115238"/>
                    <a:pt x="796519" y="108901"/>
                    <a:pt x="792675" y="108901"/>
                  </a:cubicBezTo>
                  <a:cubicBezTo>
                    <a:pt x="783706" y="108901"/>
                    <a:pt x="778580" y="100452"/>
                    <a:pt x="772173" y="94116"/>
                  </a:cubicBezTo>
                  <a:cubicBezTo>
                    <a:pt x="761922" y="83554"/>
                    <a:pt x="752953" y="70881"/>
                    <a:pt x="740139" y="72993"/>
                  </a:cubicBezTo>
                  <a:lnTo>
                    <a:pt x="740139" y="62432"/>
                  </a:lnTo>
                  <a:cubicBezTo>
                    <a:pt x="742702" y="62432"/>
                    <a:pt x="745265" y="62432"/>
                    <a:pt x="747827" y="60319"/>
                  </a:cubicBezTo>
                  <a:cubicBezTo>
                    <a:pt x="743983" y="56095"/>
                    <a:pt x="743983" y="49758"/>
                    <a:pt x="741421" y="45534"/>
                  </a:cubicBezTo>
                  <a:cubicBezTo>
                    <a:pt x="736295" y="39197"/>
                    <a:pt x="731170" y="37084"/>
                    <a:pt x="726044" y="32860"/>
                  </a:cubicBezTo>
                  <a:cubicBezTo>
                    <a:pt x="722200" y="30748"/>
                    <a:pt x="717075" y="30748"/>
                    <a:pt x="719638" y="41309"/>
                  </a:cubicBezTo>
                  <a:cubicBezTo>
                    <a:pt x="713231" y="43421"/>
                    <a:pt x="708105" y="43421"/>
                    <a:pt x="705543" y="47646"/>
                  </a:cubicBezTo>
                  <a:cubicBezTo>
                    <a:pt x="700417" y="53983"/>
                    <a:pt x="695292" y="49758"/>
                    <a:pt x="691448" y="45534"/>
                  </a:cubicBezTo>
                  <a:cubicBezTo>
                    <a:pt x="688885" y="43421"/>
                    <a:pt x="686322" y="41309"/>
                    <a:pt x="683759" y="43421"/>
                  </a:cubicBezTo>
                  <a:cubicBezTo>
                    <a:pt x="668383" y="56095"/>
                    <a:pt x="653007" y="49758"/>
                    <a:pt x="637630" y="49758"/>
                  </a:cubicBezTo>
                  <a:cubicBezTo>
                    <a:pt x="635068" y="49758"/>
                    <a:pt x="632505" y="47646"/>
                    <a:pt x="628661" y="47646"/>
                  </a:cubicBezTo>
                  <a:cubicBezTo>
                    <a:pt x="623535" y="45534"/>
                    <a:pt x="619691" y="41309"/>
                    <a:pt x="614566" y="39197"/>
                  </a:cubicBezTo>
                  <a:cubicBezTo>
                    <a:pt x="609440" y="37084"/>
                    <a:pt x="603034" y="34972"/>
                    <a:pt x="597908" y="32860"/>
                  </a:cubicBezTo>
                  <a:lnTo>
                    <a:pt x="594064" y="32860"/>
                  </a:lnTo>
                  <a:cubicBezTo>
                    <a:pt x="585095" y="32860"/>
                    <a:pt x="576125" y="34972"/>
                    <a:pt x="568437" y="34972"/>
                  </a:cubicBezTo>
                  <a:cubicBezTo>
                    <a:pt x="562030" y="34972"/>
                    <a:pt x="555623" y="30748"/>
                    <a:pt x="547935" y="28635"/>
                  </a:cubicBezTo>
                  <a:cubicBezTo>
                    <a:pt x="546654" y="11737"/>
                    <a:pt x="536403" y="15962"/>
                    <a:pt x="529996" y="7513"/>
                  </a:cubicBezTo>
                  <a:cubicBezTo>
                    <a:pt x="528715" y="5401"/>
                    <a:pt x="526152" y="7513"/>
                    <a:pt x="524871" y="7513"/>
                  </a:cubicBezTo>
                  <a:cubicBezTo>
                    <a:pt x="517182" y="5401"/>
                    <a:pt x="512057" y="11737"/>
                    <a:pt x="509494" y="22299"/>
                  </a:cubicBezTo>
                  <a:cubicBezTo>
                    <a:pt x="505650" y="32860"/>
                    <a:pt x="495399" y="37084"/>
                    <a:pt x="499243" y="53983"/>
                  </a:cubicBezTo>
                  <a:cubicBezTo>
                    <a:pt x="500525" y="56095"/>
                    <a:pt x="503087" y="58207"/>
                    <a:pt x="504369" y="62432"/>
                  </a:cubicBezTo>
                  <a:cubicBezTo>
                    <a:pt x="504369" y="68768"/>
                    <a:pt x="503087" y="72993"/>
                    <a:pt x="499243" y="70881"/>
                  </a:cubicBezTo>
                  <a:cubicBezTo>
                    <a:pt x="497962" y="70881"/>
                    <a:pt x="496681" y="75105"/>
                    <a:pt x="495399" y="77217"/>
                  </a:cubicBezTo>
                  <a:cubicBezTo>
                    <a:pt x="494118" y="79330"/>
                    <a:pt x="494118" y="83554"/>
                    <a:pt x="492837" y="83554"/>
                  </a:cubicBezTo>
                  <a:cubicBezTo>
                    <a:pt x="485148" y="87779"/>
                    <a:pt x="480023" y="98340"/>
                    <a:pt x="471053" y="96228"/>
                  </a:cubicBezTo>
                  <a:lnTo>
                    <a:pt x="468491" y="96228"/>
                  </a:lnTo>
                  <a:cubicBezTo>
                    <a:pt x="460803" y="106789"/>
                    <a:pt x="453114" y="104677"/>
                    <a:pt x="444145" y="102565"/>
                  </a:cubicBezTo>
                  <a:cubicBezTo>
                    <a:pt x="440301" y="100452"/>
                    <a:pt x="435175" y="102565"/>
                    <a:pt x="430050" y="102565"/>
                  </a:cubicBezTo>
                  <a:cubicBezTo>
                    <a:pt x="426206" y="102565"/>
                    <a:pt x="422362" y="102565"/>
                    <a:pt x="418518" y="98340"/>
                  </a:cubicBezTo>
                  <a:cubicBezTo>
                    <a:pt x="413392" y="94116"/>
                    <a:pt x="408267" y="87779"/>
                    <a:pt x="403141" y="83554"/>
                  </a:cubicBezTo>
                  <a:cubicBezTo>
                    <a:pt x="398016" y="79330"/>
                    <a:pt x="391609" y="79330"/>
                    <a:pt x="391609" y="64544"/>
                  </a:cubicBezTo>
                  <a:cubicBezTo>
                    <a:pt x="391609" y="62432"/>
                    <a:pt x="389046" y="60319"/>
                    <a:pt x="389046" y="58207"/>
                  </a:cubicBezTo>
                  <a:cubicBezTo>
                    <a:pt x="380077" y="70881"/>
                    <a:pt x="372389" y="81442"/>
                    <a:pt x="364700" y="92003"/>
                  </a:cubicBezTo>
                  <a:cubicBezTo>
                    <a:pt x="360856" y="98340"/>
                    <a:pt x="355731" y="106789"/>
                    <a:pt x="358294" y="117350"/>
                  </a:cubicBezTo>
                  <a:cubicBezTo>
                    <a:pt x="358294" y="119463"/>
                    <a:pt x="357012" y="121575"/>
                    <a:pt x="357012" y="123687"/>
                  </a:cubicBezTo>
                  <a:cubicBezTo>
                    <a:pt x="355731" y="127912"/>
                    <a:pt x="354450" y="132136"/>
                    <a:pt x="351887" y="134249"/>
                  </a:cubicBezTo>
                  <a:cubicBezTo>
                    <a:pt x="349324" y="140585"/>
                    <a:pt x="346761" y="146922"/>
                    <a:pt x="344199" y="155371"/>
                  </a:cubicBezTo>
                  <a:lnTo>
                    <a:pt x="336511" y="168045"/>
                  </a:lnTo>
                  <a:cubicBezTo>
                    <a:pt x="333948" y="174382"/>
                    <a:pt x="331385" y="180718"/>
                    <a:pt x="327541" y="184943"/>
                  </a:cubicBezTo>
                  <a:cubicBezTo>
                    <a:pt x="318571" y="197616"/>
                    <a:pt x="309602" y="210290"/>
                    <a:pt x="299351" y="222964"/>
                  </a:cubicBezTo>
                  <a:cubicBezTo>
                    <a:pt x="294226" y="231413"/>
                    <a:pt x="287819" y="237749"/>
                    <a:pt x="282693" y="246198"/>
                  </a:cubicBezTo>
                  <a:cubicBezTo>
                    <a:pt x="273724" y="258872"/>
                    <a:pt x="263473" y="269433"/>
                    <a:pt x="258347" y="288444"/>
                  </a:cubicBezTo>
                  <a:cubicBezTo>
                    <a:pt x="258347" y="290556"/>
                    <a:pt x="255785" y="292668"/>
                    <a:pt x="254503" y="294781"/>
                  </a:cubicBezTo>
                  <a:cubicBezTo>
                    <a:pt x="248097" y="303230"/>
                    <a:pt x="237846" y="303230"/>
                    <a:pt x="237846" y="320128"/>
                  </a:cubicBezTo>
                  <a:cubicBezTo>
                    <a:pt x="227595" y="320128"/>
                    <a:pt x="222469" y="332801"/>
                    <a:pt x="217344" y="343363"/>
                  </a:cubicBezTo>
                  <a:cubicBezTo>
                    <a:pt x="213500" y="351812"/>
                    <a:pt x="209656" y="362373"/>
                    <a:pt x="204530" y="368710"/>
                  </a:cubicBezTo>
                  <a:cubicBezTo>
                    <a:pt x="199405" y="372934"/>
                    <a:pt x="192998" y="370822"/>
                    <a:pt x="186591" y="370822"/>
                  </a:cubicBezTo>
                  <a:cubicBezTo>
                    <a:pt x="184029" y="370822"/>
                    <a:pt x="181466" y="370822"/>
                    <a:pt x="181466" y="372934"/>
                  </a:cubicBezTo>
                  <a:cubicBezTo>
                    <a:pt x="176340" y="381383"/>
                    <a:pt x="169934" y="387720"/>
                    <a:pt x="166090" y="398281"/>
                  </a:cubicBezTo>
                  <a:cubicBezTo>
                    <a:pt x="162245" y="408843"/>
                    <a:pt x="158401" y="415180"/>
                    <a:pt x="151995" y="417292"/>
                  </a:cubicBezTo>
                  <a:cubicBezTo>
                    <a:pt x="145588" y="419404"/>
                    <a:pt x="139181" y="429965"/>
                    <a:pt x="130211" y="423629"/>
                  </a:cubicBezTo>
                  <a:cubicBezTo>
                    <a:pt x="122523" y="419404"/>
                    <a:pt x="113554" y="423629"/>
                    <a:pt x="108428" y="415180"/>
                  </a:cubicBezTo>
                  <a:cubicBezTo>
                    <a:pt x="98177" y="417292"/>
                    <a:pt x="90489" y="421516"/>
                    <a:pt x="81520" y="423629"/>
                  </a:cubicBezTo>
                  <a:cubicBezTo>
                    <a:pt x="71269" y="427853"/>
                    <a:pt x="59737" y="425741"/>
                    <a:pt x="50767" y="438414"/>
                  </a:cubicBezTo>
                  <a:cubicBezTo>
                    <a:pt x="43079" y="448976"/>
                    <a:pt x="36672" y="459537"/>
                    <a:pt x="25140" y="457425"/>
                  </a:cubicBezTo>
                  <a:cubicBezTo>
                    <a:pt x="26421" y="470098"/>
                    <a:pt x="27702" y="480660"/>
                    <a:pt x="28984" y="493333"/>
                  </a:cubicBezTo>
                  <a:cubicBezTo>
                    <a:pt x="31547" y="527129"/>
                    <a:pt x="34109" y="560926"/>
                    <a:pt x="35391" y="594722"/>
                  </a:cubicBezTo>
                  <a:cubicBezTo>
                    <a:pt x="39235" y="636967"/>
                    <a:pt x="40516" y="677100"/>
                    <a:pt x="37953" y="717233"/>
                  </a:cubicBezTo>
                  <a:cubicBezTo>
                    <a:pt x="35391" y="774264"/>
                    <a:pt x="23858" y="2725995"/>
                    <a:pt x="12326" y="2778802"/>
                  </a:cubicBezTo>
                  <a:lnTo>
                    <a:pt x="794" y="2823159"/>
                  </a:lnTo>
                  <a:cubicBezTo>
                    <a:pt x="-1746" y="2833721"/>
                    <a:pt x="2075" y="2840057"/>
                    <a:pt x="8482" y="2842169"/>
                  </a:cubicBezTo>
                  <a:cubicBezTo>
                    <a:pt x="16170" y="2844282"/>
                    <a:pt x="18733" y="2852731"/>
                    <a:pt x="21296" y="2863292"/>
                  </a:cubicBezTo>
                  <a:cubicBezTo>
                    <a:pt x="23858" y="2880190"/>
                    <a:pt x="20014" y="2897088"/>
                    <a:pt x="25140" y="2913986"/>
                  </a:cubicBezTo>
                  <a:cubicBezTo>
                    <a:pt x="27703" y="2922435"/>
                    <a:pt x="25140" y="2937221"/>
                    <a:pt x="23858" y="2949895"/>
                  </a:cubicBezTo>
                  <a:cubicBezTo>
                    <a:pt x="22577" y="2966793"/>
                    <a:pt x="25140" y="2983691"/>
                    <a:pt x="28984" y="2998477"/>
                  </a:cubicBezTo>
                  <a:cubicBezTo>
                    <a:pt x="37953" y="3023824"/>
                    <a:pt x="39235" y="3053396"/>
                    <a:pt x="39235" y="3080855"/>
                  </a:cubicBezTo>
                  <a:cubicBezTo>
                    <a:pt x="39235" y="3087192"/>
                    <a:pt x="40516" y="3093529"/>
                    <a:pt x="41797" y="3097753"/>
                  </a:cubicBezTo>
                  <a:cubicBezTo>
                    <a:pt x="44360" y="3101978"/>
                    <a:pt x="49486" y="3106202"/>
                    <a:pt x="54611" y="3108315"/>
                  </a:cubicBezTo>
                  <a:lnTo>
                    <a:pt x="85364" y="3133662"/>
                  </a:lnTo>
                  <a:cubicBezTo>
                    <a:pt x="99459" y="3146335"/>
                    <a:pt x="110991" y="3144223"/>
                    <a:pt x="123805" y="3129437"/>
                  </a:cubicBezTo>
                  <a:cubicBezTo>
                    <a:pt x="125086" y="3127325"/>
                    <a:pt x="128930" y="3125212"/>
                    <a:pt x="130211" y="3125212"/>
                  </a:cubicBezTo>
                  <a:cubicBezTo>
                    <a:pt x="139181" y="3127325"/>
                    <a:pt x="148150" y="3127325"/>
                    <a:pt x="155839" y="3139999"/>
                  </a:cubicBezTo>
                  <a:cubicBezTo>
                    <a:pt x="164808" y="3152672"/>
                    <a:pt x="177622" y="3161121"/>
                    <a:pt x="187873" y="3171682"/>
                  </a:cubicBezTo>
                  <a:cubicBezTo>
                    <a:pt x="194279" y="3178019"/>
                    <a:pt x="201968" y="3186468"/>
                    <a:pt x="205812" y="3194917"/>
                  </a:cubicBezTo>
                  <a:cubicBezTo>
                    <a:pt x="208374" y="3199142"/>
                    <a:pt x="210937" y="3203366"/>
                    <a:pt x="213500" y="3205478"/>
                  </a:cubicBezTo>
                  <a:cubicBezTo>
                    <a:pt x="227595" y="3213928"/>
                    <a:pt x="235283" y="3235051"/>
                    <a:pt x="244253" y="3251948"/>
                  </a:cubicBezTo>
                  <a:cubicBezTo>
                    <a:pt x="251941" y="3266734"/>
                    <a:pt x="262192" y="3275183"/>
                    <a:pt x="273724" y="3277296"/>
                  </a:cubicBezTo>
                  <a:cubicBezTo>
                    <a:pt x="286537" y="3281520"/>
                    <a:pt x="299351" y="3283632"/>
                    <a:pt x="312165" y="3287857"/>
                  </a:cubicBezTo>
                  <a:cubicBezTo>
                    <a:pt x="317290" y="3289969"/>
                    <a:pt x="323697" y="3292081"/>
                    <a:pt x="328822" y="3296306"/>
                  </a:cubicBezTo>
                  <a:cubicBezTo>
                    <a:pt x="335229" y="3300530"/>
                    <a:pt x="341636" y="3300530"/>
                    <a:pt x="346761" y="3306867"/>
                  </a:cubicBezTo>
                  <a:cubicBezTo>
                    <a:pt x="354450" y="3317429"/>
                    <a:pt x="362138" y="3323765"/>
                    <a:pt x="372389" y="3319541"/>
                  </a:cubicBezTo>
                  <a:cubicBezTo>
                    <a:pt x="376233" y="3317429"/>
                    <a:pt x="381358" y="3321653"/>
                    <a:pt x="385202" y="3323765"/>
                  </a:cubicBezTo>
                  <a:cubicBezTo>
                    <a:pt x="386484" y="3323765"/>
                    <a:pt x="387765" y="3325877"/>
                    <a:pt x="389046" y="3325877"/>
                  </a:cubicBezTo>
                  <a:cubicBezTo>
                    <a:pt x="403141" y="3327990"/>
                    <a:pt x="415955" y="3323765"/>
                    <a:pt x="428769" y="3319541"/>
                  </a:cubicBezTo>
                  <a:cubicBezTo>
                    <a:pt x="433894" y="3317429"/>
                    <a:pt x="439019" y="3315316"/>
                    <a:pt x="444145" y="3311092"/>
                  </a:cubicBezTo>
                  <a:cubicBezTo>
                    <a:pt x="458240" y="3300530"/>
                    <a:pt x="472335" y="3289969"/>
                    <a:pt x="485148" y="3277296"/>
                  </a:cubicBezTo>
                  <a:cubicBezTo>
                    <a:pt x="494118" y="3268846"/>
                    <a:pt x="503087" y="3260398"/>
                    <a:pt x="513338" y="3268846"/>
                  </a:cubicBezTo>
                  <a:lnTo>
                    <a:pt x="518464" y="3268846"/>
                  </a:lnTo>
                  <a:cubicBezTo>
                    <a:pt x="527433" y="3268846"/>
                    <a:pt x="536403" y="3266734"/>
                    <a:pt x="544091" y="3264622"/>
                  </a:cubicBezTo>
                  <a:cubicBezTo>
                    <a:pt x="545372" y="3264622"/>
                    <a:pt x="547935" y="3264622"/>
                    <a:pt x="547935" y="3262509"/>
                  </a:cubicBezTo>
                  <a:cubicBezTo>
                    <a:pt x="551779" y="3254061"/>
                    <a:pt x="558186" y="3254061"/>
                    <a:pt x="564593" y="3251948"/>
                  </a:cubicBezTo>
                  <a:cubicBezTo>
                    <a:pt x="574844" y="3249836"/>
                    <a:pt x="585095" y="3249836"/>
                    <a:pt x="592783" y="3239275"/>
                  </a:cubicBezTo>
                  <a:cubicBezTo>
                    <a:pt x="600471" y="3230826"/>
                    <a:pt x="608159" y="3228713"/>
                    <a:pt x="617129" y="3226601"/>
                  </a:cubicBezTo>
                  <a:cubicBezTo>
                    <a:pt x="618410" y="3226601"/>
                    <a:pt x="620973" y="3224489"/>
                    <a:pt x="622254" y="3224489"/>
                  </a:cubicBezTo>
                  <a:cubicBezTo>
                    <a:pt x="628661" y="3222377"/>
                    <a:pt x="635068" y="3216040"/>
                    <a:pt x="640193" y="3218152"/>
                  </a:cubicBezTo>
                  <a:cubicBezTo>
                    <a:pt x="651725" y="3222377"/>
                    <a:pt x="656851" y="3216040"/>
                    <a:pt x="664539" y="3199142"/>
                  </a:cubicBezTo>
                  <a:cubicBezTo>
                    <a:pt x="665820" y="3194917"/>
                    <a:pt x="669664" y="3192805"/>
                    <a:pt x="672227" y="3190693"/>
                  </a:cubicBezTo>
                  <a:cubicBezTo>
                    <a:pt x="678634" y="3188580"/>
                    <a:pt x="685041" y="3190693"/>
                    <a:pt x="691448" y="3188580"/>
                  </a:cubicBezTo>
                  <a:cubicBezTo>
                    <a:pt x="695292" y="3188580"/>
                    <a:pt x="699136" y="3182244"/>
                    <a:pt x="701698" y="3182244"/>
                  </a:cubicBezTo>
                  <a:cubicBezTo>
                    <a:pt x="711949" y="3184356"/>
                    <a:pt x="723482" y="3178019"/>
                    <a:pt x="732451" y="3188580"/>
                  </a:cubicBezTo>
                  <a:cubicBezTo>
                    <a:pt x="733732" y="3190693"/>
                    <a:pt x="736295" y="3190693"/>
                    <a:pt x="738858" y="3190693"/>
                  </a:cubicBezTo>
                  <a:cubicBezTo>
                    <a:pt x="755516" y="3192805"/>
                    <a:pt x="769611" y="3201254"/>
                    <a:pt x="781143" y="3218152"/>
                  </a:cubicBezTo>
                  <a:cubicBezTo>
                    <a:pt x="784987" y="3224489"/>
                    <a:pt x="790112" y="3228713"/>
                    <a:pt x="793956" y="3232938"/>
                  </a:cubicBezTo>
                  <a:cubicBezTo>
                    <a:pt x="797801" y="3237163"/>
                    <a:pt x="802926" y="3237163"/>
                    <a:pt x="806770" y="3239275"/>
                  </a:cubicBezTo>
                  <a:cubicBezTo>
                    <a:pt x="810614" y="3241387"/>
                    <a:pt x="813177" y="3243499"/>
                    <a:pt x="817021" y="3243499"/>
                  </a:cubicBezTo>
                  <a:cubicBezTo>
                    <a:pt x="823428" y="3243499"/>
                    <a:pt x="828553" y="3247724"/>
                    <a:pt x="832397" y="3256173"/>
                  </a:cubicBezTo>
                  <a:cubicBezTo>
                    <a:pt x="833679" y="3258285"/>
                    <a:pt x="834960" y="3260398"/>
                    <a:pt x="836241" y="3264622"/>
                  </a:cubicBezTo>
                  <a:cubicBezTo>
                    <a:pt x="834960" y="3270959"/>
                    <a:pt x="842648" y="3287857"/>
                    <a:pt x="847774" y="3287857"/>
                  </a:cubicBezTo>
                  <a:cubicBezTo>
                    <a:pt x="856743" y="3287857"/>
                    <a:pt x="865713" y="3292081"/>
                    <a:pt x="873401" y="3302643"/>
                  </a:cubicBezTo>
                  <a:cubicBezTo>
                    <a:pt x="874682" y="3304755"/>
                    <a:pt x="877245" y="3304755"/>
                    <a:pt x="879808" y="3302643"/>
                  </a:cubicBezTo>
                  <a:cubicBezTo>
                    <a:pt x="883652" y="3300530"/>
                    <a:pt x="886214" y="3300530"/>
                    <a:pt x="888777" y="3306867"/>
                  </a:cubicBezTo>
                  <a:cubicBezTo>
                    <a:pt x="890059" y="3308980"/>
                    <a:pt x="895184" y="3308980"/>
                    <a:pt x="897747" y="3308980"/>
                  </a:cubicBezTo>
                  <a:cubicBezTo>
                    <a:pt x="904153" y="3308980"/>
                    <a:pt x="911842" y="3306867"/>
                    <a:pt x="918248" y="3308980"/>
                  </a:cubicBezTo>
                  <a:cubicBezTo>
                    <a:pt x="929781" y="3311092"/>
                    <a:pt x="940032" y="3313204"/>
                    <a:pt x="951564" y="3317429"/>
                  </a:cubicBezTo>
                  <a:cubicBezTo>
                    <a:pt x="954127" y="3317429"/>
                    <a:pt x="956689" y="3319541"/>
                    <a:pt x="957971" y="3321653"/>
                  </a:cubicBezTo>
                  <a:cubicBezTo>
                    <a:pt x="960533" y="3332214"/>
                    <a:pt x="966940" y="3332214"/>
                    <a:pt x="970784" y="3334327"/>
                  </a:cubicBezTo>
                  <a:cubicBezTo>
                    <a:pt x="974628" y="3336439"/>
                    <a:pt x="979754" y="3338551"/>
                    <a:pt x="982317" y="3338551"/>
                  </a:cubicBezTo>
                  <a:cubicBezTo>
                    <a:pt x="983598" y="3336439"/>
                    <a:pt x="986161" y="3334327"/>
                    <a:pt x="988723" y="3330102"/>
                  </a:cubicBezTo>
                  <a:cubicBezTo>
                    <a:pt x="983598" y="3330102"/>
                    <a:pt x="981035" y="3332214"/>
                    <a:pt x="978473" y="3332214"/>
                  </a:cubicBezTo>
                  <a:cubicBezTo>
                    <a:pt x="983598" y="3321653"/>
                    <a:pt x="988723" y="3319541"/>
                    <a:pt x="995130" y="3325877"/>
                  </a:cubicBezTo>
                  <a:cubicBezTo>
                    <a:pt x="1002818" y="3336439"/>
                    <a:pt x="1009225" y="3336439"/>
                    <a:pt x="1018195" y="3325877"/>
                  </a:cubicBezTo>
                  <a:lnTo>
                    <a:pt x="1025883" y="3319541"/>
                  </a:lnTo>
                  <a:lnTo>
                    <a:pt x="1025883" y="3308980"/>
                  </a:lnTo>
                  <a:cubicBezTo>
                    <a:pt x="1029727" y="3311092"/>
                    <a:pt x="1033571" y="3315316"/>
                    <a:pt x="1036134" y="3315316"/>
                  </a:cubicBezTo>
                  <a:cubicBezTo>
                    <a:pt x="1043822" y="3308980"/>
                    <a:pt x="1051510" y="3302643"/>
                    <a:pt x="1057917" y="3294194"/>
                  </a:cubicBezTo>
                  <a:cubicBezTo>
                    <a:pt x="1065605" y="3285745"/>
                    <a:pt x="1072012" y="3275183"/>
                    <a:pt x="1078419" y="3266734"/>
                  </a:cubicBezTo>
                  <a:cubicBezTo>
                    <a:pt x="1079700" y="3266734"/>
                    <a:pt x="1079700" y="3264622"/>
                    <a:pt x="1080981" y="3264622"/>
                  </a:cubicBezTo>
                  <a:cubicBezTo>
                    <a:pt x="1089951" y="3260398"/>
                    <a:pt x="1097639" y="3258285"/>
                    <a:pt x="1106609" y="3254061"/>
                  </a:cubicBezTo>
                  <a:cubicBezTo>
                    <a:pt x="1111734" y="3251948"/>
                    <a:pt x="1115578" y="3247724"/>
                    <a:pt x="1120704" y="3245612"/>
                  </a:cubicBezTo>
                  <a:cubicBezTo>
                    <a:pt x="1124548" y="3243499"/>
                    <a:pt x="1127110" y="3243499"/>
                    <a:pt x="1130954" y="3241387"/>
                  </a:cubicBezTo>
                  <a:lnTo>
                    <a:pt x="1143768" y="3241387"/>
                  </a:lnTo>
                  <a:cubicBezTo>
                    <a:pt x="1146331" y="3241387"/>
                    <a:pt x="1150175" y="3241387"/>
                    <a:pt x="1152738" y="3239275"/>
                  </a:cubicBezTo>
                  <a:cubicBezTo>
                    <a:pt x="1154019" y="3235051"/>
                    <a:pt x="1156582" y="3228713"/>
                    <a:pt x="1157863" y="3228713"/>
                  </a:cubicBezTo>
                  <a:cubicBezTo>
                    <a:pt x="1161707" y="3228713"/>
                    <a:pt x="1164270" y="3232938"/>
                    <a:pt x="1168114" y="3235051"/>
                  </a:cubicBezTo>
                  <a:cubicBezTo>
                    <a:pt x="1169395" y="3235051"/>
                    <a:pt x="1169395" y="3237163"/>
                    <a:pt x="1169395" y="3239275"/>
                  </a:cubicBezTo>
                  <a:cubicBezTo>
                    <a:pt x="1174521" y="3247724"/>
                    <a:pt x="1178365" y="3258285"/>
                    <a:pt x="1183490" y="3266734"/>
                  </a:cubicBezTo>
                  <a:cubicBezTo>
                    <a:pt x="1189897" y="3277296"/>
                    <a:pt x="1196304" y="3277296"/>
                    <a:pt x="1200148" y="3270959"/>
                  </a:cubicBezTo>
                  <a:cubicBezTo>
                    <a:pt x="1206555" y="3262509"/>
                    <a:pt x="1211680" y="3256173"/>
                    <a:pt x="1220650" y="3260398"/>
                  </a:cubicBezTo>
                  <a:cubicBezTo>
                    <a:pt x="1221931" y="3260398"/>
                    <a:pt x="1224494" y="3262509"/>
                    <a:pt x="1225775" y="3260398"/>
                  </a:cubicBezTo>
                  <a:cubicBezTo>
                    <a:pt x="1232182" y="3256173"/>
                    <a:pt x="1239870" y="3251948"/>
                    <a:pt x="1246277" y="3245612"/>
                  </a:cubicBezTo>
                  <a:cubicBezTo>
                    <a:pt x="1250121" y="3243499"/>
                    <a:pt x="1255246" y="3243499"/>
                    <a:pt x="1256528" y="3239275"/>
                  </a:cubicBezTo>
                  <a:cubicBezTo>
                    <a:pt x="1260372" y="3226601"/>
                    <a:pt x="1266779" y="3220264"/>
                    <a:pt x="1273186" y="3211815"/>
                  </a:cubicBezTo>
                  <a:cubicBezTo>
                    <a:pt x="1277030" y="3205478"/>
                    <a:pt x="1280874" y="3197030"/>
                    <a:pt x="1284718" y="3194917"/>
                  </a:cubicBezTo>
                  <a:cubicBezTo>
                    <a:pt x="1293687" y="3190693"/>
                    <a:pt x="1300094" y="3178019"/>
                    <a:pt x="1307782" y="3169570"/>
                  </a:cubicBezTo>
                  <a:cubicBezTo>
                    <a:pt x="1314189" y="3163233"/>
                    <a:pt x="1318033" y="3150560"/>
                    <a:pt x="1324440" y="3148447"/>
                  </a:cubicBezTo>
                  <a:cubicBezTo>
                    <a:pt x="1334691" y="3144223"/>
                    <a:pt x="1342379" y="3133662"/>
                    <a:pt x="1351349" y="3123100"/>
                  </a:cubicBezTo>
                  <a:cubicBezTo>
                    <a:pt x="1356474" y="3116764"/>
                    <a:pt x="1362881" y="3112539"/>
                    <a:pt x="1369288" y="3114651"/>
                  </a:cubicBezTo>
                  <a:cubicBezTo>
                    <a:pt x="1373132" y="3116764"/>
                    <a:pt x="1378257" y="3114651"/>
                    <a:pt x="1380820" y="3112539"/>
                  </a:cubicBezTo>
                  <a:cubicBezTo>
                    <a:pt x="1385945" y="3108315"/>
                    <a:pt x="1391071" y="3101978"/>
                    <a:pt x="1396196" y="3097753"/>
                  </a:cubicBezTo>
                  <a:cubicBezTo>
                    <a:pt x="1400040" y="3093529"/>
                    <a:pt x="1403884" y="3089304"/>
                    <a:pt x="1407728" y="3089304"/>
                  </a:cubicBezTo>
                  <a:cubicBezTo>
                    <a:pt x="1420542" y="3087192"/>
                    <a:pt x="1430793" y="3082967"/>
                    <a:pt x="1437200" y="3061845"/>
                  </a:cubicBezTo>
                  <a:cubicBezTo>
                    <a:pt x="1439762" y="3053396"/>
                    <a:pt x="1452576" y="3042834"/>
                    <a:pt x="1457702" y="3047059"/>
                  </a:cubicBezTo>
                  <a:cubicBezTo>
                    <a:pt x="1466671" y="3053396"/>
                    <a:pt x="1473078" y="3049171"/>
                    <a:pt x="1478203" y="3036498"/>
                  </a:cubicBezTo>
                  <a:cubicBezTo>
                    <a:pt x="1482047" y="3030161"/>
                    <a:pt x="1487173" y="3032273"/>
                    <a:pt x="1491017" y="3036498"/>
                  </a:cubicBezTo>
                  <a:cubicBezTo>
                    <a:pt x="1493580" y="3040722"/>
                    <a:pt x="1496142" y="3042834"/>
                    <a:pt x="1498705" y="3042834"/>
                  </a:cubicBezTo>
                  <a:cubicBezTo>
                    <a:pt x="1507675" y="3044947"/>
                    <a:pt x="1517926" y="3042834"/>
                    <a:pt x="1526895" y="3044947"/>
                  </a:cubicBezTo>
                  <a:cubicBezTo>
                    <a:pt x="1534583" y="3047059"/>
                    <a:pt x="1542271" y="3042834"/>
                    <a:pt x="1547397" y="3034385"/>
                  </a:cubicBezTo>
                  <a:cubicBezTo>
                    <a:pt x="1552522" y="3025936"/>
                    <a:pt x="1556366" y="3025936"/>
                    <a:pt x="1564054" y="3030161"/>
                  </a:cubicBezTo>
                  <a:cubicBezTo>
                    <a:pt x="1570461" y="3034385"/>
                    <a:pt x="1575587" y="3044947"/>
                    <a:pt x="1584556" y="3042834"/>
                  </a:cubicBezTo>
                  <a:cubicBezTo>
                    <a:pt x="1592245" y="3040722"/>
                    <a:pt x="1601214" y="3047059"/>
                    <a:pt x="1610183" y="3040722"/>
                  </a:cubicBezTo>
                  <a:lnTo>
                    <a:pt x="1615309" y="3040722"/>
                  </a:lnTo>
                  <a:cubicBezTo>
                    <a:pt x="1622997" y="3044947"/>
                    <a:pt x="1630685" y="3047059"/>
                    <a:pt x="1637092" y="3057620"/>
                  </a:cubicBezTo>
                  <a:cubicBezTo>
                    <a:pt x="1644780" y="3068181"/>
                    <a:pt x="1646062" y="2990028"/>
                    <a:pt x="1653750" y="2998477"/>
                  </a:cubicBezTo>
                  <a:cubicBezTo>
                    <a:pt x="1665282" y="3011150"/>
                    <a:pt x="1662719" y="2998477"/>
                    <a:pt x="1674252" y="3009038"/>
                  </a:cubicBezTo>
                  <a:cubicBezTo>
                    <a:pt x="1683221" y="3015375"/>
                    <a:pt x="1679377" y="2992140"/>
                    <a:pt x="1689628" y="2996365"/>
                  </a:cubicBezTo>
                  <a:cubicBezTo>
                    <a:pt x="1690909" y="2996365"/>
                    <a:pt x="1706286" y="3013263"/>
                    <a:pt x="1706286" y="3011150"/>
                  </a:cubicBezTo>
                  <a:cubicBezTo>
                    <a:pt x="1712692" y="3004814"/>
                    <a:pt x="1719099" y="2941446"/>
                    <a:pt x="1725506" y="2943558"/>
                  </a:cubicBezTo>
                  <a:cubicBezTo>
                    <a:pt x="1738320" y="2949895"/>
                    <a:pt x="1749852" y="2945670"/>
                    <a:pt x="1761384" y="2937221"/>
                  </a:cubicBezTo>
                  <a:cubicBezTo>
                    <a:pt x="1767791" y="2932997"/>
                    <a:pt x="1778042" y="2918211"/>
                    <a:pt x="1783167" y="2924548"/>
                  </a:cubicBezTo>
                  <a:cubicBezTo>
                    <a:pt x="1792137" y="2935109"/>
                    <a:pt x="1801106" y="2939334"/>
                    <a:pt x="1811357" y="2941446"/>
                  </a:cubicBezTo>
                  <a:cubicBezTo>
                    <a:pt x="1812639" y="2941446"/>
                    <a:pt x="1813920" y="2943558"/>
                    <a:pt x="1815201" y="2945670"/>
                  </a:cubicBezTo>
                  <a:cubicBezTo>
                    <a:pt x="1819045" y="2954119"/>
                    <a:pt x="1836984" y="2930884"/>
                    <a:pt x="1840829" y="2939334"/>
                  </a:cubicBezTo>
                  <a:cubicBezTo>
                    <a:pt x="1845954" y="2952007"/>
                    <a:pt x="1851080" y="2964681"/>
                    <a:pt x="1856205" y="2975242"/>
                  </a:cubicBezTo>
                  <a:cubicBezTo>
                    <a:pt x="1858768" y="2979466"/>
                    <a:pt x="1862612" y="2981579"/>
                    <a:pt x="1863893" y="2985803"/>
                  </a:cubicBezTo>
                  <a:cubicBezTo>
                    <a:pt x="1865174" y="2996365"/>
                    <a:pt x="1867737" y="3000589"/>
                    <a:pt x="1874144" y="3000589"/>
                  </a:cubicBezTo>
                  <a:cubicBezTo>
                    <a:pt x="1877988" y="3000589"/>
                    <a:pt x="1881832" y="3002702"/>
                    <a:pt x="1884395" y="3006926"/>
                  </a:cubicBezTo>
                  <a:cubicBezTo>
                    <a:pt x="1890802" y="3013263"/>
                    <a:pt x="1895927" y="3019599"/>
                    <a:pt x="1901052" y="3025936"/>
                  </a:cubicBezTo>
                  <a:cubicBezTo>
                    <a:pt x="1907459" y="3032273"/>
                    <a:pt x="1913866" y="3038610"/>
                    <a:pt x="1916429" y="3049171"/>
                  </a:cubicBezTo>
                  <a:cubicBezTo>
                    <a:pt x="1917710" y="3053396"/>
                    <a:pt x="1918992" y="3055508"/>
                    <a:pt x="1920273" y="3057620"/>
                  </a:cubicBezTo>
                  <a:cubicBezTo>
                    <a:pt x="1925398" y="3066069"/>
                    <a:pt x="1930524" y="3072406"/>
                    <a:pt x="1935649" y="3080855"/>
                  </a:cubicBezTo>
                  <a:cubicBezTo>
                    <a:pt x="1943337" y="3091416"/>
                    <a:pt x="1949744" y="3104090"/>
                    <a:pt x="1957433" y="3114651"/>
                  </a:cubicBezTo>
                  <a:cubicBezTo>
                    <a:pt x="1959995" y="3116764"/>
                    <a:pt x="1962558" y="3120988"/>
                    <a:pt x="1965120" y="3123100"/>
                  </a:cubicBezTo>
                  <a:cubicBezTo>
                    <a:pt x="1970246" y="3127325"/>
                    <a:pt x="1975371" y="3131549"/>
                    <a:pt x="1979215" y="3137886"/>
                  </a:cubicBezTo>
                  <a:cubicBezTo>
                    <a:pt x="1983060" y="3144223"/>
                    <a:pt x="2000999" y="3106202"/>
                    <a:pt x="2003561" y="3114651"/>
                  </a:cubicBezTo>
                  <a:cubicBezTo>
                    <a:pt x="2003561" y="3116764"/>
                    <a:pt x="2004843" y="3116764"/>
                    <a:pt x="2006124" y="3116764"/>
                  </a:cubicBezTo>
                  <a:cubicBezTo>
                    <a:pt x="2013812" y="3127325"/>
                    <a:pt x="2021501" y="3123100"/>
                    <a:pt x="2029189" y="3118876"/>
                  </a:cubicBezTo>
                  <a:cubicBezTo>
                    <a:pt x="2031751" y="3116764"/>
                    <a:pt x="2034314" y="3114651"/>
                    <a:pt x="2035595" y="3116764"/>
                  </a:cubicBezTo>
                  <a:cubicBezTo>
                    <a:pt x="2044565" y="3123100"/>
                    <a:pt x="2050972" y="3137886"/>
                    <a:pt x="2062504" y="3139999"/>
                  </a:cubicBezTo>
                  <a:cubicBezTo>
                    <a:pt x="2062504" y="3139999"/>
                    <a:pt x="2063786" y="3139999"/>
                    <a:pt x="2063786" y="3142111"/>
                  </a:cubicBezTo>
                  <a:cubicBezTo>
                    <a:pt x="2066348" y="3154784"/>
                    <a:pt x="2074036" y="3154784"/>
                    <a:pt x="2080443" y="3156896"/>
                  </a:cubicBezTo>
                  <a:cubicBezTo>
                    <a:pt x="2084287" y="3156896"/>
                    <a:pt x="2088131" y="3159009"/>
                    <a:pt x="2090694" y="3161121"/>
                  </a:cubicBezTo>
                  <a:cubicBezTo>
                    <a:pt x="2098382" y="3167458"/>
                    <a:pt x="2106070" y="3175907"/>
                    <a:pt x="2115040" y="3180131"/>
                  </a:cubicBezTo>
                  <a:cubicBezTo>
                    <a:pt x="2126572" y="3186468"/>
                    <a:pt x="2138104" y="3190693"/>
                    <a:pt x="2147074" y="3201254"/>
                  </a:cubicBezTo>
                  <a:cubicBezTo>
                    <a:pt x="2148355" y="3201254"/>
                    <a:pt x="2149637" y="3201254"/>
                    <a:pt x="2149637" y="3203366"/>
                  </a:cubicBezTo>
                  <a:cubicBezTo>
                    <a:pt x="2153481" y="3207591"/>
                    <a:pt x="2159888" y="3209703"/>
                    <a:pt x="2162450" y="3216040"/>
                  </a:cubicBezTo>
                  <a:cubicBezTo>
                    <a:pt x="2166294" y="3228713"/>
                    <a:pt x="2176545" y="3226601"/>
                    <a:pt x="2181671" y="3237163"/>
                  </a:cubicBezTo>
                  <a:lnTo>
                    <a:pt x="2182952" y="3237163"/>
                  </a:lnTo>
                  <a:cubicBezTo>
                    <a:pt x="2188077" y="3237163"/>
                    <a:pt x="2193203" y="3239275"/>
                    <a:pt x="2199610" y="3239275"/>
                  </a:cubicBezTo>
                  <a:cubicBezTo>
                    <a:pt x="2202172" y="3237163"/>
                    <a:pt x="2206016" y="3232938"/>
                    <a:pt x="2208579" y="3232938"/>
                  </a:cubicBezTo>
                  <a:cubicBezTo>
                    <a:pt x="2220111" y="3239275"/>
                    <a:pt x="2231644" y="3239275"/>
                    <a:pt x="2239332" y="3222377"/>
                  </a:cubicBezTo>
                  <a:cubicBezTo>
                    <a:pt x="2240613" y="3220264"/>
                    <a:pt x="2243176" y="3220264"/>
                    <a:pt x="2245739" y="3220264"/>
                  </a:cubicBezTo>
                  <a:lnTo>
                    <a:pt x="2255990" y="3220264"/>
                  </a:lnTo>
                  <a:cubicBezTo>
                    <a:pt x="2267522" y="3216040"/>
                    <a:pt x="2277773" y="3211815"/>
                    <a:pt x="2289305" y="3209703"/>
                  </a:cubicBezTo>
                  <a:cubicBezTo>
                    <a:pt x="2294431" y="3207591"/>
                    <a:pt x="2300837" y="3211815"/>
                    <a:pt x="2305963" y="3213928"/>
                  </a:cubicBezTo>
                  <a:cubicBezTo>
                    <a:pt x="2311088" y="3216040"/>
                    <a:pt x="2316214" y="3216040"/>
                    <a:pt x="2321339" y="3216040"/>
                  </a:cubicBezTo>
                  <a:cubicBezTo>
                    <a:pt x="2327746" y="3216040"/>
                    <a:pt x="2332871" y="3211815"/>
                    <a:pt x="2339278" y="3211815"/>
                  </a:cubicBezTo>
                  <a:cubicBezTo>
                    <a:pt x="2344403" y="3209703"/>
                    <a:pt x="2350810" y="3209703"/>
                    <a:pt x="2355936" y="3207591"/>
                  </a:cubicBezTo>
                  <a:cubicBezTo>
                    <a:pt x="2367468" y="3203366"/>
                    <a:pt x="2377719" y="3199142"/>
                    <a:pt x="2389251" y="3197030"/>
                  </a:cubicBezTo>
                  <a:cubicBezTo>
                    <a:pt x="2396939" y="3125212"/>
                    <a:pt x="2395658" y="3040722"/>
                    <a:pt x="2395658" y="2954119"/>
                  </a:cubicBezTo>
                  <a:close/>
                </a:path>
              </a:pathLst>
            </a:custGeom>
            <a:blipFill>
              <a:blip r:embed="rId4"/>
              <a:stretch>
                <a:fillRect l="0" t="-38393" r="0" b="0"/>
              </a:stretch>
            </a:blipFill>
          </p:spPr>
        </p:sp>
      </p:grpSp>
      <p:grpSp>
        <p:nvGrpSpPr>
          <p:cNvPr name="Group 7" id="7"/>
          <p:cNvGrpSpPr/>
          <p:nvPr/>
        </p:nvGrpSpPr>
        <p:grpSpPr>
          <a:xfrm rot="0">
            <a:off x="9300379" y="1556012"/>
            <a:ext cx="3764684" cy="2886959"/>
            <a:chOff x="0" y="0"/>
            <a:chExt cx="2964081" cy="2273015"/>
          </a:xfrm>
        </p:grpSpPr>
        <p:sp>
          <p:nvSpPr>
            <p:cNvPr name="Freeform 8" id="8"/>
            <p:cNvSpPr/>
            <p:nvPr/>
          </p:nvSpPr>
          <p:spPr>
            <a:xfrm flipH="false" flipV="false" rot="-5331377">
              <a:off x="335306" y="-333935"/>
              <a:ext cx="2301761" cy="2967014"/>
            </a:xfrm>
            <a:custGeom>
              <a:avLst/>
              <a:gdLst/>
              <a:ahLst/>
              <a:cxnLst/>
              <a:rect r="r" b="b" t="t" l="l"/>
              <a:pathLst>
                <a:path h="2967014" w="2301761">
                  <a:moveTo>
                    <a:pt x="302269" y="2965652"/>
                  </a:moveTo>
                  <a:cubicBezTo>
                    <a:pt x="868943" y="2952753"/>
                    <a:pt x="1634693" y="2918441"/>
                    <a:pt x="2199964" y="2907155"/>
                  </a:cubicBezTo>
                  <a:cubicBezTo>
                    <a:pt x="2208572" y="2906984"/>
                    <a:pt x="2217212" y="2908397"/>
                    <a:pt x="2224385" y="2908253"/>
                  </a:cubicBezTo>
                  <a:cubicBezTo>
                    <a:pt x="2225788" y="2906640"/>
                    <a:pt x="2225757" y="2905055"/>
                    <a:pt x="2227160" y="2903442"/>
                  </a:cubicBezTo>
                  <a:cubicBezTo>
                    <a:pt x="2227160" y="2903442"/>
                    <a:pt x="2225693" y="2901886"/>
                    <a:pt x="2224259" y="2901914"/>
                  </a:cubicBezTo>
                  <a:cubicBezTo>
                    <a:pt x="2217022" y="2898888"/>
                    <a:pt x="2216895" y="2892549"/>
                    <a:pt x="2216769" y="2886210"/>
                  </a:cubicBezTo>
                  <a:cubicBezTo>
                    <a:pt x="2218045" y="2878258"/>
                    <a:pt x="2225060" y="2870190"/>
                    <a:pt x="2222001" y="2860739"/>
                  </a:cubicBezTo>
                  <a:cubicBezTo>
                    <a:pt x="2220503" y="2857599"/>
                    <a:pt x="2223246" y="2851202"/>
                    <a:pt x="2226084" y="2849560"/>
                  </a:cubicBezTo>
                  <a:cubicBezTo>
                    <a:pt x="2231728" y="2844691"/>
                    <a:pt x="2231601" y="2838352"/>
                    <a:pt x="2228605" y="2832071"/>
                  </a:cubicBezTo>
                  <a:cubicBezTo>
                    <a:pt x="2227107" y="2828930"/>
                    <a:pt x="2228479" y="2825732"/>
                    <a:pt x="2228415" y="2822562"/>
                  </a:cubicBezTo>
                  <a:cubicBezTo>
                    <a:pt x="2228320" y="2817808"/>
                    <a:pt x="2229629" y="2811440"/>
                    <a:pt x="2230968" y="2806657"/>
                  </a:cubicBezTo>
                  <a:cubicBezTo>
                    <a:pt x="2230937" y="2805072"/>
                    <a:pt x="2232308" y="2801875"/>
                    <a:pt x="2232277" y="2800290"/>
                  </a:cubicBezTo>
                  <a:cubicBezTo>
                    <a:pt x="2233616" y="2795507"/>
                    <a:pt x="2237826" y="2790666"/>
                    <a:pt x="2231992" y="2786027"/>
                  </a:cubicBezTo>
                  <a:cubicBezTo>
                    <a:pt x="2231992" y="2786027"/>
                    <a:pt x="2231929" y="2782857"/>
                    <a:pt x="2233332" y="2781244"/>
                  </a:cubicBezTo>
                  <a:cubicBezTo>
                    <a:pt x="2236169" y="2779602"/>
                    <a:pt x="2240442" y="2777931"/>
                    <a:pt x="2243280" y="2776289"/>
                  </a:cubicBezTo>
                  <a:cubicBezTo>
                    <a:pt x="2247520" y="2773034"/>
                    <a:pt x="2254694" y="2772891"/>
                    <a:pt x="2257468" y="2768079"/>
                  </a:cubicBezTo>
                  <a:cubicBezTo>
                    <a:pt x="2258840" y="2764881"/>
                    <a:pt x="2260243" y="2763267"/>
                    <a:pt x="2263081" y="2761625"/>
                  </a:cubicBezTo>
                  <a:cubicBezTo>
                    <a:pt x="2264515" y="2761597"/>
                    <a:pt x="2265887" y="2758398"/>
                    <a:pt x="2267321" y="2758370"/>
                  </a:cubicBezTo>
                  <a:lnTo>
                    <a:pt x="2271531" y="2753530"/>
                  </a:lnTo>
                  <a:cubicBezTo>
                    <a:pt x="2274368" y="2751888"/>
                    <a:pt x="2278641" y="2750217"/>
                    <a:pt x="2280012" y="2747019"/>
                  </a:cubicBezTo>
                  <a:cubicBezTo>
                    <a:pt x="2284190" y="2740594"/>
                    <a:pt x="2289897" y="2738895"/>
                    <a:pt x="2297134" y="2741921"/>
                  </a:cubicBezTo>
                  <a:cubicBezTo>
                    <a:pt x="2298473" y="2737138"/>
                    <a:pt x="2301280" y="2733911"/>
                    <a:pt x="2301185" y="2729157"/>
                  </a:cubicBezTo>
                  <a:cubicBezTo>
                    <a:pt x="2299370" y="2710168"/>
                    <a:pt x="2296090" y="2689624"/>
                    <a:pt x="2294275" y="2670636"/>
                  </a:cubicBezTo>
                  <a:cubicBezTo>
                    <a:pt x="2294212" y="2667466"/>
                    <a:pt x="2292682" y="2662740"/>
                    <a:pt x="2291216" y="2661184"/>
                  </a:cubicBezTo>
                  <a:cubicBezTo>
                    <a:pt x="2283789" y="2648650"/>
                    <a:pt x="2289275" y="2635857"/>
                    <a:pt x="2290457" y="2623150"/>
                  </a:cubicBezTo>
                  <a:cubicBezTo>
                    <a:pt x="2290267" y="2613642"/>
                    <a:pt x="2294381" y="2604047"/>
                    <a:pt x="2295626" y="2594510"/>
                  </a:cubicBezTo>
                  <a:cubicBezTo>
                    <a:pt x="2296839" y="2583388"/>
                    <a:pt x="2295215" y="2573908"/>
                    <a:pt x="2296428" y="2562786"/>
                  </a:cubicBezTo>
                  <a:cubicBezTo>
                    <a:pt x="2296396" y="2561201"/>
                    <a:pt x="2297799" y="2559588"/>
                    <a:pt x="2299202" y="2557975"/>
                  </a:cubicBezTo>
                  <a:cubicBezTo>
                    <a:pt x="2303113" y="2554726"/>
                    <a:pt x="2301717" y="2548412"/>
                    <a:pt x="2300384" y="2545268"/>
                  </a:cubicBezTo>
                  <a:cubicBezTo>
                    <a:pt x="2297420" y="2540571"/>
                    <a:pt x="2293084" y="2539072"/>
                    <a:pt x="2288717" y="2535989"/>
                  </a:cubicBezTo>
                  <a:cubicBezTo>
                    <a:pt x="2287124" y="2528093"/>
                    <a:pt x="2285468" y="2517029"/>
                    <a:pt x="2281005" y="2509191"/>
                  </a:cubicBezTo>
                  <a:cubicBezTo>
                    <a:pt x="2278009" y="2502909"/>
                    <a:pt x="2276511" y="2499769"/>
                    <a:pt x="2279286" y="2494957"/>
                  </a:cubicBezTo>
                  <a:lnTo>
                    <a:pt x="2277819" y="2493401"/>
                  </a:lnTo>
                  <a:cubicBezTo>
                    <a:pt x="2275013" y="2496628"/>
                    <a:pt x="2270741" y="2498298"/>
                    <a:pt x="2267935" y="2501525"/>
                  </a:cubicBezTo>
                  <a:cubicBezTo>
                    <a:pt x="2266405" y="2496799"/>
                    <a:pt x="2263409" y="2490518"/>
                    <a:pt x="2264781" y="2487320"/>
                  </a:cubicBezTo>
                  <a:cubicBezTo>
                    <a:pt x="2266057" y="2479367"/>
                    <a:pt x="2263124" y="2476255"/>
                    <a:pt x="2260129" y="2469973"/>
                  </a:cubicBezTo>
                  <a:cubicBezTo>
                    <a:pt x="2255698" y="2463720"/>
                    <a:pt x="2252670" y="2455854"/>
                    <a:pt x="2249674" y="2449572"/>
                  </a:cubicBezTo>
                  <a:cubicBezTo>
                    <a:pt x="2249643" y="2447987"/>
                    <a:pt x="2249611" y="2446402"/>
                    <a:pt x="2251014" y="2444789"/>
                  </a:cubicBezTo>
                  <a:cubicBezTo>
                    <a:pt x="2250982" y="2443204"/>
                    <a:pt x="2252386" y="2441591"/>
                    <a:pt x="2252386" y="2441591"/>
                  </a:cubicBezTo>
                  <a:cubicBezTo>
                    <a:pt x="2249358" y="2433724"/>
                    <a:pt x="2246330" y="2425858"/>
                    <a:pt x="2249042" y="2417877"/>
                  </a:cubicBezTo>
                  <a:cubicBezTo>
                    <a:pt x="2249010" y="2416292"/>
                    <a:pt x="2247575" y="2416321"/>
                    <a:pt x="2247544" y="2414736"/>
                  </a:cubicBezTo>
                  <a:cubicBezTo>
                    <a:pt x="2244484" y="2405285"/>
                    <a:pt x="2234315" y="2399146"/>
                    <a:pt x="2234062" y="2386468"/>
                  </a:cubicBezTo>
                  <a:cubicBezTo>
                    <a:pt x="2233872" y="2376960"/>
                    <a:pt x="2226509" y="2367594"/>
                    <a:pt x="2226319" y="2358086"/>
                  </a:cubicBezTo>
                  <a:cubicBezTo>
                    <a:pt x="2224663" y="2347021"/>
                    <a:pt x="2221603" y="2337570"/>
                    <a:pt x="2217110" y="2328147"/>
                  </a:cubicBezTo>
                  <a:cubicBezTo>
                    <a:pt x="2215612" y="2325006"/>
                    <a:pt x="2215548" y="2321837"/>
                    <a:pt x="2215517" y="2320252"/>
                  </a:cubicBezTo>
                  <a:cubicBezTo>
                    <a:pt x="2218228" y="2312271"/>
                    <a:pt x="2213829" y="2307603"/>
                    <a:pt x="2209461" y="2304519"/>
                  </a:cubicBezTo>
                  <a:cubicBezTo>
                    <a:pt x="2199260" y="2296796"/>
                    <a:pt x="2196138" y="2284175"/>
                    <a:pt x="2193047" y="2273139"/>
                  </a:cubicBezTo>
                  <a:cubicBezTo>
                    <a:pt x="2189893" y="2258934"/>
                    <a:pt x="2188173" y="2244699"/>
                    <a:pt x="2186454" y="2230465"/>
                  </a:cubicBezTo>
                  <a:cubicBezTo>
                    <a:pt x="2186422" y="2228880"/>
                    <a:pt x="2182087" y="2227382"/>
                    <a:pt x="2180589" y="2224241"/>
                  </a:cubicBezTo>
                  <a:cubicBezTo>
                    <a:pt x="2180557" y="2222656"/>
                    <a:pt x="2181960" y="2221043"/>
                    <a:pt x="2181960" y="2221043"/>
                  </a:cubicBezTo>
                  <a:cubicBezTo>
                    <a:pt x="2173194" y="2213291"/>
                    <a:pt x="2160186" y="2208794"/>
                    <a:pt x="2161305" y="2192918"/>
                  </a:cubicBezTo>
                  <a:lnTo>
                    <a:pt x="2161273" y="2191333"/>
                  </a:lnTo>
                  <a:cubicBezTo>
                    <a:pt x="2153847" y="2178799"/>
                    <a:pt x="2156463" y="2166063"/>
                    <a:pt x="2159111" y="2154913"/>
                  </a:cubicBezTo>
                  <a:cubicBezTo>
                    <a:pt x="2159048" y="2151743"/>
                    <a:pt x="2161822" y="2146932"/>
                    <a:pt x="2164660" y="2145290"/>
                  </a:cubicBezTo>
                  <a:cubicBezTo>
                    <a:pt x="2173173" y="2140364"/>
                    <a:pt x="2175789" y="2127628"/>
                    <a:pt x="2172730" y="2118177"/>
                  </a:cubicBezTo>
                  <a:cubicBezTo>
                    <a:pt x="2169702" y="2110310"/>
                    <a:pt x="2168110" y="2102415"/>
                    <a:pt x="2165082" y="2094549"/>
                  </a:cubicBezTo>
                  <a:cubicBezTo>
                    <a:pt x="2161960" y="2081928"/>
                    <a:pt x="2160303" y="2070863"/>
                    <a:pt x="2165789" y="2058071"/>
                  </a:cubicBezTo>
                  <a:cubicBezTo>
                    <a:pt x="2171275" y="2045278"/>
                    <a:pt x="2166781" y="2035856"/>
                    <a:pt x="2153742" y="2029774"/>
                  </a:cubicBezTo>
                  <a:cubicBezTo>
                    <a:pt x="2145039" y="2025192"/>
                    <a:pt x="2143351" y="2012542"/>
                    <a:pt x="2150366" y="2004476"/>
                  </a:cubicBezTo>
                  <a:cubicBezTo>
                    <a:pt x="2154576" y="1999635"/>
                    <a:pt x="2153078" y="1996495"/>
                    <a:pt x="2150113" y="1991798"/>
                  </a:cubicBezTo>
                  <a:lnTo>
                    <a:pt x="2141315" y="1982461"/>
                  </a:lnTo>
                  <a:cubicBezTo>
                    <a:pt x="2139849" y="1980905"/>
                    <a:pt x="2139786" y="1977735"/>
                    <a:pt x="2139754" y="1976151"/>
                  </a:cubicBezTo>
                  <a:lnTo>
                    <a:pt x="2139564" y="1966642"/>
                  </a:lnTo>
                  <a:cubicBezTo>
                    <a:pt x="2139438" y="1960303"/>
                    <a:pt x="2140746" y="1953935"/>
                    <a:pt x="2142054" y="1947568"/>
                  </a:cubicBezTo>
                  <a:cubicBezTo>
                    <a:pt x="2143330" y="1939615"/>
                    <a:pt x="2147508" y="1933190"/>
                    <a:pt x="2148784" y="1925238"/>
                  </a:cubicBezTo>
                  <a:cubicBezTo>
                    <a:pt x="2149966" y="1912531"/>
                    <a:pt x="2159946" y="1909161"/>
                    <a:pt x="2167024" y="1904264"/>
                  </a:cubicBezTo>
                  <a:cubicBezTo>
                    <a:pt x="2171265" y="1901008"/>
                    <a:pt x="2176877" y="1894555"/>
                    <a:pt x="2175316" y="1888244"/>
                  </a:cubicBezTo>
                  <a:cubicBezTo>
                    <a:pt x="2172320" y="1881963"/>
                    <a:pt x="2175063" y="1875566"/>
                    <a:pt x="2176403" y="1870783"/>
                  </a:cubicBezTo>
                  <a:cubicBezTo>
                    <a:pt x="2176371" y="1869199"/>
                    <a:pt x="2177742" y="1866000"/>
                    <a:pt x="2177711" y="1864416"/>
                  </a:cubicBezTo>
                  <a:cubicBezTo>
                    <a:pt x="2180359" y="1853265"/>
                    <a:pt x="2174462" y="1845456"/>
                    <a:pt x="2167130" y="1837675"/>
                  </a:cubicBezTo>
                  <a:lnTo>
                    <a:pt x="2161265" y="1831451"/>
                  </a:lnTo>
                  <a:cubicBezTo>
                    <a:pt x="2159798" y="1829895"/>
                    <a:pt x="2156929" y="1829952"/>
                    <a:pt x="2155463" y="1828396"/>
                  </a:cubicBezTo>
                  <a:cubicBezTo>
                    <a:pt x="2148099" y="1819031"/>
                    <a:pt x="2150779" y="1809465"/>
                    <a:pt x="2154862" y="1798286"/>
                  </a:cubicBezTo>
                  <a:cubicBezTo>
                    <a:pt x="2158976" y="1788691"/>
                    <a:pt x="2154450" y="1777684"/>
                    <a:pt x="2145779" y="1774686"/>
                  </a:cubicBezTo>
                  <a:cubicBezTo>
                    <a:pt x="2140008" y="1773216"/>
                    <a:pt x="2135673" y="1771717"/>
                    <a:pt x="2132645" y="1763851"/>
                  </a:cubicBezTo>
                  <a:cubicBezTo>
                    <a:pt x="2128183" y="1756013"/>
                    <a:pt x="2125124" y="1746562"/>
                    <a:pt x="2115049" y="1745177"/>
                  </a:cubicBezTo>
                  <a:cubicBezTo>
                    <a:pt x="2113614" y="1745206"/>
                    <a:pt x="2112148" y="1743650"/>
                    <a:pt x="2112116" y="1742065"/>
                  </a:cubicBezTo>
                  <a:cubicBezTo>
                    <a:pt x="2110587" y="1737340"/>
                    <a:pt x="2109089" y="1734199"/>
                    <a:pt x="2107559" y="1729473"/>
                  </a:cubicBezTo>
                  <a:lnTo>
                    <a:pt x="2107274" y="1715210"/>
                  </a:lnTo>
                  <a:cubicBezTo>
                    <a:pt x="2108519" y="1705673"/>
                    <a:pt x="2111199" y="1696107"/>
                    <a:pt x="2112444" y="1686570"/>
                  </a:cubicBezTo>
                  <a:cubicBezTo>
                    <a:pt x="2113657" y="1675448"/>
                    <a:pt x="2107728" y="1666054"/>
                    <a:pt x="2106072" y="1654990"/>
                  </a:cubicBezTo>
                  <a:lnTo>
                    <a:pt x="2104606" y="1653434"/>
                  </a:lnTo>
                  <a:cubicBezTo>
                    <a:pt x="2100238" y="1650350"/>
                    <a:pt x="2101578" y="1645567"/>
                    <a:pt x="2104384" y="1642340"/>
                  </a:cubicBezTo>
                  <a:cubicBezTo>
                    <a:pt x="2109997" y="1635887"/>
                    <a:pt x="2111210" y="1624765"/>
                    <a:pt x="2108182" y="1616898"/>
                  </a:cubicBezTo>
                  <a:cubicBezTo>
                    <a:pt x="2103688" y="1607476"/>
                    <a:pt x="2100629" y="1598024"/>
                    <a:pt x="2097570" y="1588573"/>
                  </a:cubicBezTo>
                  <a:cubicBezTo>
                    <a:pt x="2097507" y="1585404"/>
                    <a:pt x="2098878" y="1582205"/>
                    <a:pt x="2098846" y="1580621"/>
                  </a:cubicBezTo>
                  <a:cubicBezTo>
                    <a:pt x="2098783" y="1577451"/>
                    <a:pt x="2100123" y="1572668"/>
                    <a:pt x="2098657" y="1571112"/>
                  </a:cubicBezTo>
                  <a:cubicBezTo>
                    <a:pt x="2089795" y="1558606"/>
                    <a:pt x="2092412" y="1545871"/>
                    <a:pt x="2097929" y="1534663"/>
                  </a:cubicBezTo>
                  <a:cubicBezTo>
                    <a:pt x="2100672" y="1528267"/>
                    <a:pt x="2103351" y="1518701"/>
                    <a:pt x="2111896" y="1515359"/>
                  </a:cubicBezTo>
                  <a:cubicBezTo>
                    <a:pt x="2117603" y="1513660"/>
                    <a:pt x="2123216" y="1507206"/>
                    <a:pt x="2127425" y="1502366"/>
                  </a:cubicBezTo>
                  <a:cubicBezTo>
                    <a:pt x="2134440" y="1494299"/>
                    <a:pt x="2144325" y="1486175"/>
                    <a:pt x="2144040" y="1471912"/>
                  </a:cubicBezTo>
                  <a:cubicBezTo>
                    <a:pt x="2143977" y="1468743"/>
                    <a:pt x="2149652" y="1465459"/>
                    <a:pt x="2148186" y="1463903"/>
                  </a:cubicBezTo>
                  <a:cubicBezTo>
                    <a:pt x="2146625" y="1457592"/>
                    <a:pt x="2149494" y="1457535"/>
                    <a:pt x="2152300" y="1454308"/>
                  </a:cubicBezTo>
                  <a:cubicBezTo>
                    <a:pt x="2155106" y="1451081"/>
                    <a:pt x="2157881" y="1446270"/>
                    <a:pt x="2162122" y="1443014"/>
                  </a:cubicBezTo>
                  <a:cubicBezTo>
                    <a:pt x="2167765" y="1438145"/>
                    <a:pt x="2174844" y="1433248"/>
                    <a:pt x="2180488" y="1428379"/>
                  </a:cubicBezTo>
                  <a:cubicBezTo>
                    <a:pt x="2186132" y="1423510"/>
                    <a:pt x="2193242" y="1420198"/>
                    <a:pt x="2198886" y="1415329"/>
                  </a:cubicBezTo>
                  <a:cubicBezTo>
                    <a:pt x="2200289" y="1413715"/>
                    <a:pt x="2201629" y="1408932"/>
                    <a:pt x="2200162" y="1407376"/>
                  </a:cubicBezTo>
                  <a:lnTo>
                    <a:pt x="2191175" y="1388531"/>
                  </a:lnTo>
                  <a:cubicBezTo>
                    <a:pt x="2189677" y="1385390"/>
                    <a:pt x="2186775" y="1383863"/>
                    <a:pt x="2183874" y="1382335"/>
                  </a:cubicBezTo>
                  <a:lnTo>
                    <a:pt x="2185278" y="1380722"/>
                  </a:lnTo>
                  <a:cubicBezTo>
                    <a:pt x="2189613" y="1382221"/>
                    <a:pt x="2193949" y="1383720"/>
                    <a:pt x="2195415" y="1385276"/>
                  </a:cubicBezTo>
                  <a:lnTo>
                    <a:pt x="2199340" y="1366173"/>
                  </a:lnTo>
                  <a:cubicBezTo>
                    <a:pt x="2200680" y="1361390"/>
                    <a:pt x="2200521" y="1353466"/>
                    <a:pt x="2200458" y="1350296"/>
                  </a:cubicBezTo>
                  <a:lnTo>
                    <a:pt x="2199952" y="1324941"/>
                  </a:lnTo>
                  <a:cubicBezTo>
                    <a:pt x="2199762" y="1315432"/>
                    <a:pt x="2201039" y="1307480"/>
                    <a:pt x="2199414" y="1298000"/>
                  </a:cubicBezTo>
                  <a:cubicBezTo>
                    <a:pt x="2197853" y="1291689"/>
                    <a:pt x="2200627" y="1286878"/>
                    <a:pt x="2203402" y="1282066"/>
                  </a:cubicBezTo>
                  <a:cubicBezTo>
                    <a:pt x="2211757" y="1269216"/>
                    <a:pt x="2221547" y="1256338"/>
                    <a:pt x="2216894" y="1238991"/>
                  </a:cubicBezTo>
                  <a:cubicBezTo>
                    <a:pt x="2216863" y="1237407"/>
                    <a:pt x="2218234" y="1234208"/>
                    <a:pt x="2219637" y="1232595"/>
                  </a:cubicBezTo>
                  <a:cubicBezTo>
                    <a:pt x="2220977" y="1227812"/>
                    <a:pt x="2223783" y="1224585"/>
                    <a:pt x="2226526" y="1218189"/>
                  </a:cubicBezTo>
                  <a:cubicBezTo>
                    <a:pt x="2222222" y="1218275"/>
                    <a:pt x="2220787" y="1218304"/>
                    <a:pt x="2217950" y="1219946"/>
                  </a:cubicBezTo>
                  <a:cubicBezTo>
                    <a:pt x="2215017" y="1216833"/>
                    <a:pt x="2216420" y="1215220"/>
                    <a:pt x="2217823" y="1213607"/>
                  </a:cubicBezTo>
                  <a:cubicBezTo>
                    <a:pt x="2216357" y="1212051"/>
                    <a:pt x="2213456" y="1210523"/>
                    <a:pt x="2213424" y="1208938"/>
                  </a:cubicBezTo>
                  <a:cubicBezTo>
                    <a:pt x="2210396" y="1201072"/>
                    <a:pt x="2208803" y="1193177"/>
                    <a:pt x="2205776" y="1185310"/>
                  </a:cubicBezTo>
                  <a:cubicBezTo>
                    <a:pt x="2204278" y="1182169"/>
                    <a:pt x="2202780" y="1179028"/>
                    <a:pt x="2201314" y="1177472"/>
                  </a:cubicBezTo>
                  <a:cubicBezTo>
                    <a:pt x="2196883" y="1171219"/>
                    <a:pt x="2189615" y="1166608"/>
                    <a:pt x="2190828" y="1155486"/>
                  </a:cubicBezTo>
                  <a:cubicBezTo>
                    <a:pt x="2190796" y="1153901"/>
                    <a:pt x="2187863" y="1150789"/>
                    <a:pt x="2187800" y="1147620"/>
                  </a:cubicBezTo>
                  <a:cubicBezTo>
                    <a:pt x="2186302" y="1144479"/>
                    <a:pt x="2186207" y="1139725"/>
                    <a:pt x="2184709" y="1136584"/>
                  </a:cubicBezTo>
                  <a:lnTo>
                    <a:pt x="2184646" y="1133414"/>
                  </a:lnTo>
                  <a:cubicBezTo>
                    <a:pt x="2181587" y="1123963"/>
                    <a:pt x="2178559" y="1116097"/>
                    <a:pt x="2176935" y="1106617"/>
                  </a:cubicBezTo>
                  <a:lnTo>
                    <a:pt x="2176808" y="1100278"/>
                  </a:lnTo>
                  <a:cubicBezTo>
                    <a:pt x="2176650" y="1092354"/>
                    <a:pt x="2177958" y="1085986"/>
                    <a:pt x="2177800" y="1078063"/>
                  </a:cubicBezTo>
                  <a:cubicBezTo>
                    <a:pt x="2177642" y="1070139"/>
                    <a:pt x="2174614" y="1062272"/>
                    <a:pt x="2174456" y="1054348"/>
                  </a:cubicBezTo>
                  <a:cubicBezTo>
                    <a:pt x="2174266" y="1044840"/>
                    <a:pt x="2174045" y="1033747"/>
                    <a:pt x="2179625" y="1025708"/>
                  </a:cubicBezTo>
                  <a:cubicBezTo>
                    <a:pt x="2181028" y="1024095"/>
                    <a:pt x="2180933" y="1019341"/>
                    <a:pt x="2179435" y="1016200"/>
                  </a:cubicBezTo>
                  <a:cubicBezTo>
                    <a:pt x="2177779" y="1005135"/>
                    <a:pt x="2176123" y="994070"/>
                    <a:pt x="2173064" y="984619"/>
                  </a:cubicBezTo>
                  <a:cubicBezTo>
                    <a:pt x="2170005" y="975168"/>
                    <a:pt x="2172779" y="970356"/>
                    <a:pt x="2179889" y="967044"/>
                  </a:cubicBezTo>
                  <a:cubicBezTo>
                    <a:pt x="2182727" y="965402"/>
                    <a:pt x="2185533" y="962175"/>
                    <a:pt x="2188339" y="958948"/>
                  </a:cubicBezTo>
                  <a:cubicBezTo>
                    <a:pt x="2191114" y="954137"/>
                    <a:pt x="2195323" y="949296"/>
                    <a:pt x="2195228" y="944542"/>
                  </a:cubicBezTo>
                  <a:cubicBezTo>
                    <a:pt x="2195007" y="933449"/>
                    <a:pt x="2200619" y="926995"/>
                    <a:pt x="2204765" y="918986"/>
                  </a:cubicBezTo>
                  <a:cubicBezTo>
                    <a:pt x="2211685" y="906164"/>
                    <a:pt x="2220072" y="894899"/>
                    <a:pt x="2218321" y="879080"/>
                  </a:cubicBezTo>
                  <a:lnTo>
                    <a:pt x="2225494" y="878937"/>
                  </a:lnTo>
                  <a:cubicBezTo>
                    <a:pt x="2225558" y="882107"/>
                    <a:pt x="2225621" y="885276"/>
                    <a:pt x="2227119" y="888417"/>
                  </a:cubicBezTo>
                  <a:cubicBezTo>
                    <a:pt x="2229893" y="883605"/>
                    <a:pt x="2234197" y="883519"/>
                    <a:pt x="2237003" y="880293"/>
                  </a:cubicBezTo>
                  <a:cubicBezTo>
                    <a:pt x="2241181" y="873868"/>
                    <a:pt x="2242489" y="867500"/>
                    <a:pt x="2245232" y="861104"/>
                  </a:cubicBezTo>
                  <a:cubicBezTo>
                    <a:pt x="2246572" y="856321"/>
                    <a:pt x="2246445" y="849982"/>
                    <a:pt x="2239335" y="853295"/>
                  </a:cubicBezTo>
                  <a:cubicBezTo>
                    <a:pt x="2237742" y="845399"/>
                    <a:pt x="2237616" y="839060"/>
                    <a:pt x="2234683" y="835948"/>
                  </a:cubicBezTo>
                  <a:cubicBezTo>
                    <a:pt x="2230252" y="829695"/>
                    <a:pt x="2232995" y="823299"/>
                    <a:pt x="2235770" y="818487"/>
                  </a:cubicBezTo>
                  <a:cubicBezTo>
                    <a:pt x="2237141" y="815289"/>
                    <a:pt x="2238512" y="812091"/>
                    <a:pt x="2237014" y="808950"/>
                  </a:cubicBezTo>
                  <a:cubicBezTo>
                    <a:pt x="2228027" y="790105"/>
                    <a:pt x="2231951" y="771002"/>
                    <a:pt x="2231571" y="751985"/>
                  </a:cubicBezTo>
                  <a:cubicBezTo>
                    <a:pt x="2231508" y="748815"/>
                    <a:pt x="2232880" y="745617"/>
                    <a:pt x="2232785" y="740863"/>
                  </a:cubicBezTo>
                  <a:cubicBezTo>
                    <a:pt x="2234093" y="734495"/>
                    <a:pt x="2236867" y="729684"/>
                    <a:pt x="2238175" y="723316"/>
                  </a:cubicBezTo>
                  <a:cubicBezTo>
                    <a:pt x="2239484" y="716948"/>
                    <a:pt x="2240760" y="708996"/>
                    <a:pt x="2242068" y="702628"/>
                  </a:cubicBezTo>
                  <a:lnTo>
                    <a:pt x="2241973" y="697874"/>
                  </a:lnTo>
                  <a:cubicBezTo>
                    <a:pt x="2241752" y="686781"/>
                    <a:pt x="2240096" y="675716"/>
                    <a:pt x="2239906" y="666208"/>
                  </a:cubicBezTo>
                  <a:cubicBezTo>
                    <a:pt x="2239748" y="658284"/>
                    <a:pt x="2242459" y="650303"/>
                    <a:pt x="2243704" y="640766"/>
                  </a:cubicBezTo>
                  <a:cubicBezTo>
                    <a:pt x="2255150" y="638952"/>
                    <a:pt x="2252027" y="626331"/>
                    <a:pt x="2257608" y="618293"/>
                  </a:cubicBezTo>
                  <a:cubicBezTo>
                    <a:pt x="2259011" y="616679"/>
                    <a:pt x="2257513" y="613538"/>
                    <a:pt x="2257481" y="611954"/>
                  </a:cubicBezTo>
                  <a:cubicBezTo>
                    <a:pt x="2258726" y="602416"/>
                    <a:pt x="2254295" y="596163"/>
                    <a:pt x="2247059" y="593137"/>
                  </a:cubicBezTo>
                  <a:cubicBezTo>
                    <a:pt x="2239790" y="588526"/>
                    <a:pt x="2236668" y="575905"/>
                    <a:pt x="2225285" y="580889"/>
                  </a:cubicBezTo>
                  <a:cubicBezTo>
                    <a:pt x="2223882" y="582502"/>
                    <a:pt x="2222511" y="585700"/>
                    <a:pt x="2219673" y="587342"/>
                  </a:cubicBezTo>
                  <a:cubicBezTo>
                    <a:pt x="2215369" y="587428"/>
                    <a:pt x="2212468" y="585901"/>
                    <a:pt x="2213807" y="581118"/>
                  </a:cubicBezTo>
                  <a:cubicBezTo>
                    <a:pt x="2213776" y="579533"/>
                    <a:pt x="2210875" y="578006"/>
                    <a:pt x="2209408" y="576449"/>
                  </a:cubicBezTo>
                  <a:cubicBezTo>
                    <a:pt x="2207942" y="574893"/>
                    <a:pt x="2205073" y="574951"/>
                    <a:pt x="2205041" y="573366"/>
                  </a:cubicBezTo>
                  <a:cubicBezTo>
                    <a:pt x="2201982" y="563915"/>
                    <a:pt x="2194682" y="557719"/>
                    <a:pt x="2195895" y="546597"/>
                  </a:cubicBezTo>
                  <a:lnTo>
                    <a:pt x="2195832" y="543427"/>
                  </a:lnTo>
                  <a:cubicBezTo>
                    <a:pt x="2188468" y="534062"/>
                    <a:pt x="2189713" y="524525"/>
                    <a:pt x="2190927" y="513403"/>
                  </a:cubicBezTo>
                  <a:cubicBezTo>
                    <a:pt x="2192266" y="508620"/>
                    <a:pt x="2190705" y="502310"/>
                    <a:pt x="2190578" y="495971"/>
                  </a:cubicBezTo>
                  <a:cubicBezTo>
                    <a:pt x="2190484" y="491216"/>
                    <a:pt x="2190389" y="486462"/>
                    <a:pt x="2193163" y="481651"/>
                  </a:cubicBezTo>
                  <a:cubicBezTo>
                    <a:pt x="2195906" y="475254"/>
                    <a:pt x="2200084" y="468829"/>
                    <a:pt x="2202826" y="462433"/>
                  </a:cubicBezTo>
                  <a:cubicBezTo>
                    <a:pt x="2205569" y="456037"/>
                    <a:pt x="2205411" y="448113"/>
                    <a:pt x="2215454" y="447912"/>
                  </a:cubicBezTo>
                  <a:cubicBezTo>
                    <a:pt x="2216889" y="447884"/>
                    <a:pt x="2218260" y="444686"/>
                    <a:pt x="2219695" y="444657"/>
                  </a:cubicBezTo>
                  <a:cubicBezTo>
                    <a:pt x="2210865" y="433736"/>
                    <a:pt x="2203502" y="424370"/>
                    <a:pt x="2196138" y="415005"/>
                  </a:cubicBezTo>
                  <a:cubicBezTo>
                    <a:pt x="2191739" y="410337"/>
                    <a:pt x="2185874" y="404112"/>
                    <a:pt x="2178764" y="407425"/>
                  </a:cubicBezTo>
                  <a:cubicBezTo>
                    <a:pt x="2177329" y="407454"/>
                    <a:pt x="2175863" y="405897"/>
                    <a:pt x="2174428" y="405926"/>
                  </a:cubicBezTo>
                  <a:cubicBezTo>
                    <a:pt x="2171527" y="404399"/>
                    <a:pt x="2168626" y="402871"/>
                    <a:pt x="2167128" y="399730"/>
                  </a:cubicBezTo>
                  <a:cubicBezTo>
                    <a:pt x="2162761" y="396647"/>
                    <a:pt x="2158393" y="393563"/>
                    <a:pt x="2152591" y="390508"/>
                  </a:cubicBezTo>
                  <a:lnTo>
                    <a:pt x="2143793" y="381171"/>
                  </a:lnTo>
                  <a:cubicBezTo>
                    <a:pt x="2139426" y="378088"/>
                    <a:pt x="2135059" y="375004"/>
                    <a:pt x="2132094" y="370307"/>
                  </a:cubicBezTo>
                  <a:cubicBezTo>
                    <a:pt x="2123265" y="359386"/>
                    <a:pt x="2114435" y="348464"/>
                    <a:pt x="2105574" y="335958"/>
                  </a:cubicBezTo>
                  <a:cubicBezTo>
                    <a:pt x="2099708" y="329734"/>
                    <a:pt x="2095246" y="321896"/>
                    <a:pt x="2089381" y="315672"/>
                  </a:cubicBezTo>
                  <a:cubicBezTo>
                    <a:pt x="2080551" y="304750"/>
                    <a:pt x="2073124" y="292215"/>
                    <a:pt x="2060086" y="286134"/>
                  </a:cubicBezTo>
                  <a:cubicBezTo>
                    <a:pt x="2058651" y="286163"/>
                    <a:pt x="2057153" y="283022"/>
                    <a:pt x="2055687" y="281466"/>
                  </a:cubicBezTo>
                  <a:cubicBezTo>
                    <a:pt x="2049790" y="273657"/>
                    <a:pt x="2049536" y="260979"/>
                    <a:pt x="2038059" y="261208"/>
                  </a:cubicBezTo>
                  <a:cubicBezTo>
                    <a:pt x="2037806" y="248530"/>
                    <a:pt x="2029071" y="242362"/>
                    <a:pt x="2021771" y="236167"/>
                  </a:cubicBezTo>
                  <a:cubicBezTo>
                    <a:pt x="2015937" y="231527"/>
                    <a:pt x="2008669" y="226916"/>
                    <a:pt x="2004238" y="220663"/>
                  </a:cubicBezTo>
                  <a:cubicBezTo>
                    <a:pt x="2001242" y="214381"/>
                    <a:pt x="2002519" y="206429"/>
                    <a:pt x="2002361" y="198505"/>
                  </a:cubicBezTo>
                  <a:cubicBezTo>
                    <a:pt x="2002297" y="195335"/>
                    <a:pt x="2002234" y="192166"/>
                    <a:pt x="2000799" y="192195"/>
                  </a:cubicBezTo>
                  <a:cubicBezTo>
                    <a:pt x="1994934" y="185970"/>
                    <a:pt x="1990472" y="178132"/>
                    <a:pt x="1983203" y="173521"/>
                  </a:cubicBezTo>
                  <a:cubicBezTo>
                    <a:pt x="1975935" y="168910"/>
                    <a:pt x="1971536" y="164242"/>
                    <a:pt x="1969943" y="156347"/>
                  </a:cubicBezTo>
                  <a:cubicBezTo>
                    <a:pt x="1968350" y="148452"/>
                    <a:pt x="1961018" y="140671"/>
                    <a:pt x="1965101" y="129492"/>
                  </a:cubicBezTo>
                  <a:cubicBezTo>
                    <a:pt x="1967781" y="119926"/>
                    <a:pt x="1964690" y="108890"/>
                    <a:pt x="1970302" y="102436"/>
                  </a:cubicBezTo>
                  <a:cubicBezTo>
                    <a:pt x="1968614" y="89787"/>
                    <a:pt x="1965555" y="80336"/>
                    <a:pt x="1963899" y="69271"/>
                  </a:cubicBezTo>
                  <a:cubicBezTo>
                    <a:pt x="1960776" y="56650"/>
                    <a:pt x="1961926" y="42359"/>
                    <a:pt x="1953097" y="31437"/>
                  </a:cubicBezTo>
                  <a:cubicBezTo>
                    <a:pt x="1945733" y="22072"/>
                    <a:pt x="1938402" y="14292"/>
                    <a:pt x="1939551" y="0"/>
                  </a:cubicBezTo>
                  <a:cubicBezTo>
                    <a:pt x="1930975" y="1757"/>
                    <a:pt x="1923833" y="3485"/>
                    <a:pt x="1915257" y="5241"/>
                  </a:cubicBezTo>
                  <a:cubicBezTo>
                    <a:pt x="1892365" y="8869"/>
                    <a:pt x="1869473" y="12497"/>
                    <a:pt x="1846549" y="14540"/>
                  </a:cubicBezTo>
                  <a:cubicBezTo>
                    <a:pt x="1817950" y="19867"/>
                    <a:pt x="1790723" y="21996"/>
                    <a:pt x="1763400" y="19371"/>
                  </a:cubicBezTo>
                  <a:cubicBezTo>
                    <a:pt x="1724600" y="16975"/>
                    <a:pt x="398654" y="29178"/>
                    <a:pt x="362502" y="15631"/>
                  </a:cubicBezTo>
                  <a:lnTo>
                    <a:pt x="332089" y="1970"/>
                  </a:lnTo>
                  <a:cubicBezTo>
                    <a:pt x="324864" y="-427"/>
                    <a:pt x="320643" y="3783"/>
                    <a:pt x="319366" y="11736"/>
                  </a:cubicBezTo>
                  <a:cubicBezTo>
                    <a:pt x="318121" y="21273"/>
                    <a:pt x="312446" y="24557"/>
                    <a:pt x="305336" y="27870"/>
                  </a:cubicBezTo>
                  <a:cubicBezTo>
                    <a:pt x="293921" y="31268"/>
                    <a:pt x="282349" y="26743"/>
                    <a:pt x="270998" y="33312"/>
                  </a:cubicBezTo>
                  <a:cubicBezTo>
                    <a:pt x="265322" y="36596"/>
                    <a:pt x="255216" y="33627"/>
                    <a:pt x="246576" y="32214"/>
                  </a:cubicBezTo>
                  <a:cubicBezTo>
                    <a:pt x="235067" y="30858"/>
                    <a:pt x="223653" y="34257"/>
                    <a:pt x="213705" y="39211"/>
                  </a:cubicBezTo>
                  <a:cubicBezTo>
                    <a:pt x="196710" y="50648"/>
                    <a:pt x="176656" y="52634"/>
                    <a:pt x="158005" y="53007"/>
                  </a:cubicBezTo>
                  <a:cubicBezTo>
                    <a:pt x="153700" y="53092"/>
                    <a:pt x="149428" y="54763"/>
                    <a:pt x="146590" y="56405"/>
                  </a:cubicBezTo>
                  <a:cubicBezTo>
                    <a:pt x="143784" y="59632"/>
                    <a:pt x="141041" y="66028"/>
                    <a:pt x="139733" y="72396"/>
                  </a:cubicBezTo>
                  <a:lnTo>
                    <a:pt x="123276" y="110774"/>
                  </a:lnTo>
                  <a:cubicBezTo>
                    <a:pt x="115016" y="128378"/>
                    <a:pt x="116735" y="142612"/>
                    <a:pt x="127095" y="158259"/>
                  </a:cubicBezTo>
                  <a:cubicBezTo>
                    <a:pt x="128561" y="159815"/>
                    <a:pt x="130091" y="164541"/>
                    <a:pt x="130122" y="166126"/>
                  </a:cubicBezTo>
                  <a:cubicBezTo>
                    <a:pt x="128909" y="177248"/>
                    <a:pt x="129130" y="188341"/>
                    <a:pt x="120712" y="198021"/>
                  </a:cubicBezTo>
                  <a:cubicBezTo>
                    <a:pt x="112326" y="209286"/>
                    <a:pt x="106903" y="225248"/>
                    <a:pt x="99983" y="238070"/>
                  </a:cubicBezTo>
                  <a:cubicBezTo>
                    <a:pt x="95837" y="246079"/>
                    <a:pt x="90288" y="255703"/>
                    <a:pt x="84644" y="260571"/>
                  </a:cubicBezTo>
                  <a:cubicBezTo>
                    <a:pt x="81838" y="263798"/>
                    <a:pt x="79032" y="267025"/>
                    <a:pt x="77660" y="270223"/>
                  </a:cubicBezTo>
                  <a:cubicBezTo>
                    <a:pt x="72269" y="287770"/>
                    <a:pt x="58112" y="297565"/>
                    <a:pt x="46856" y="308887"/>
                  </a:cubicBezTo>
                  <a:cubicBezTo>
                    <a:pt x="37003" y="318596"/>
                    <a:pt x="31517" y="331389"/>
                    <a:pt x="30367" y="345680"/>
                  </a:cubicBezTo>
                  <a:cubicBezTo>
                    <a:pt x="27814" y="361585"/>
                    <a:pt x="26696" y="377461"/>
                    <a:pt x="24143" y="393366"/>
                  </a:cubicBezTo>
                  <a:cubicBezTo>
                    <a:pt x="22835" y="399734"/>
                    <a:pt x="21558" y="407686"/>
                    <a:pt x="18816" y="414083"/>
                  </a:cubicBezTo>
                  <a:cubicBezTo>
                    <a:pt x="16105" y="422064"/>
                    <a:pt x="16263" y="429987"/>
                    <a:pt x="12085" y="436412"/>
                  </a:cubicBezTo>
                  <a:cubicBezTo>
                    <a:pt x="5101" y="446064"/>
                    <a:pt x="987" y="455659"/>
                    <a:pt x="4110" y="468279"/>
                  </a:cubicBezTo>
                  <a:cubicBezTo>
                    <a:pt x="5639" y="473005"/>
                    <a:pt x="2896" y="479401"/>
                    <a:pt x="1557" y="484184"/>
                  </a:cubicBezTo>
                  <a:cubicBezTo>
                    <a:pt x="1588" y="485769"/>
                    <a:pt x="185" y="487382"/>
                    <a:pt x="217" y="488967"/>
                  </a:cubicBezTo>
                  <a:cubicBezTo>
                    <a:pt x="-870" y="506428"/>
                    <a:pt x="2316" y="522218"/>
                    <a:pt x="5502" y="538009"/>
                  </a:cubicBezTo>
                  <a:cubicBezTo>
                    <a:pt x="7063" y="544319"/>
                    <a:pt x="8624" y="550629"/>
                    <a:pt x="11620" y="556911"/>
                  </a:cubicBezTo>
                  <a:cubicBezTo>
                    <a:pt x="19142" y="574200"/>
                    <a:pt x="26663" y="591489"/>
                    <a:pt x="35588" y="607165"/>
                  </a:cubicBezTo>
                  <a:cubicBezTo>
                    <a:pt x="41548" y="618144"/>
                    <a:pt x="47508" y="629122"/>
                    <a:pt x="42023" y="641915"/>
                  </a:cubicBezTo>
                  <a:lnTo>
                    <a:pt x="42149" y="648254"/>
                  </a:lnTo>
                  <a:cubicBezTo>
                    <a:pt x="42371" y="659347"/>
                    <a:pt x="44027" y="670412"/>
                    <a:pt x="45651" y="679892"/>
                  </a:cubicBezTo>
                  <a:cubicBezTo>
                    <a:pt x="45683" y="681476"/>
                    <a:pt x="45746" y="684646"/>
                    <a:pt x="47181" y="684617"/>
                  </a:cubicBezTo>
                  <a:cubicBezTo>
                    <a:pt x="53015" y="689257"/>
                    <a:pt x="53173" y="697181"/>
                    <a:pt x="54766" y="705076"/>
                  </a:cubicBezTo>
                  <a:cubicBezTo>
                    <a:pt x="56454" y="717725"/>
                    <a:pt x="56707" y="730403"/>
                    <a:pt x="64070" y="739769"/>
                  </a:cubicBezTo>
                  <a:cubicBezTo>
                    <a:pt x="69999" y="749163"/>
                    <a:pt x="71623" y="758643"/>
                    <a:pt x="73279" y="769707"/>
                  </a:cubicBezTo>
                  <a:cubicBezTo>
                    <a:pt x="73311" y="771292"/>
                    <a:pt x="74809" y="774433"/>
                    <a:pt x="74840" y="776018"/>
                  </a:cubicBezTo>
                  <a:cubicBezTo>
                    <a:pt x="76433" y="783913"/>
                    <a:pt x="80896" y="791751"/>
                    <a:pt x="79588" y="798118"/>
                  </a:cubicBezTo>
                  <a:cubicBezTo>
                    <a:pt x="77003" y="812438"/>
                    <a:pt x="81434" y="818691"/>
                    <a:pt x="93101" y="827971"/>
                  </a:cubicBezTo>
                  <a:cubicBezTo>
                    <a:pt x="96002" y="829498"/>
                    <a:pt x="97531" y="834224"/>
                    <a:pt x="99030" y="837365"/>
                  </a:cubicBezTo>
                  <a:cubicBezTo>
                    <a:pt x="100623" y="845260"/>
                    <a:pt x="99346" y="853212"/>
                    <a:pt x="100939" y="861107"/>
                  </a:cubicBezTo>
                  <a:cubicBezTo>
                    <a:pt x="101034" y="865862"/>
                    <a:pt x="105433" y="870530"/>
                    <a:pt x="105496" y="873699"/>
                  </a:cubicBezTo>
                  <a:cubicBezTo>
                    <a:pt x="104315" y="886406"/>
                    <a:pt x="108903" y="900583"/>
                    <a:pt x="101951" y="911819"/>
                  </a:cubicBezTo>
                  <a:cubicBezTo>
                    <a:pt x="100548" y="913433"/>
                    <a:pt x="100612" y="916602"/>
                    <a:pt x="100675" y="919772"/>
                  </a:cubicBezTo>
                  <a:cubicBezTo>
                    <a:pt x="99651" y="940402"/>
                    <a:pt x="94261" y="957949"/>
                    <a:pt x="83068" y="972441"/>
                  </a:cubicBezTo>
                  <a:cubicBezTo>
                    <a:pt x="78859" y="977281"/>
                    <a:pt x="76116" y="983678"/>
                    <a:pt x="73341" y="988489"/>
                  </a:cubicBezTo>
                  <a:cubicBezTo>
                    <a:pt x="70567" y="993301"/>
                    <a:pt x="70693" y="999640"/>
                    <a:pt x="69353" y="1004423"/>
                  </a:cubicBezTo>
                  <a:cubicBezTo>
                    <a:pt x="68014" y="1009206"/>
                    <a:pt x="66642" y="1012404"/>
                    <a:pt x="66737" y="1017158"/>
                  </a:cubicBezTo>
                  <a:cubicBezTo>
                    <a:pt x="66896" y="1025082"/>
                    <a:pt x="64153" y="1031478"/>
                    <a:pt x="58509" y="1036347"/>
                  </a:cubicBezTo>
                  <a:cubicBezTo>
                    <a:pt x="57106" y="1037960"/>
                    <a:pt x="55703" y="1039574"/>
                    <a:pt x="52865" y="1041216"/>
                  </a:cubicBezTo>
                  <a:cubicBezTo>
                    <a:pt x="48529" y="1039717"/>
                    <a:pt x="37241" y="1049455"/>
                    <a:pt x="37368" y="1055794"/>
                  </a:cubicBezTo>
                  <a:cubicBezTo>
                    <a:pt x="37589" y="1066887"/>
                    <a:pt x="34941" y="1078037"/>
                    <a:pt x="27958" y="1087689"/>
                  </a:cubicBezTo>
                  <a:cubicBezTo>
                    <a:pt x="26555" y="1089303"/>
                    <a:pt x="26618" y="1092472"/>
                    <a:pt x="28116" y="1095613"/>
                  </a:cubicBezTo>
                  <a:cubicBezTo>
                    <a:pt x="29646" y="1100339"/>
                    <a:pt x="29709" y="1103508"/>
                    <a:pt x="25468" y="1106764"/>
                  </a:cubicBezTo>
                  <a:cubicBezTo>
                    <a:pt x="24065" y="1108377"/>
                    <a:pt x="24191" y="1114716"/>
                    <a:pt x="24255" y="1117885"/>
                  </a:cubicBezTo>
                  <a:cubicBezTo>
                    <a:pt x="24413" y="1125809"/>
                    <a:pt x="26038" y="1135289"/>
                    <a:pt x="24761" y="1143242"/>
                  </a:cubicBezTo>
                  <a:cubicBezTo>
                    <a:pt x="23611" y="1157533"/>
                    <a:pt x="22430" y="1170240"/>
                    <a:pt x="19845" y="1184560"/>
                  </a:cubicBezTo>
                  <a:cubicBezTo>
                    <a:pt x="19908" y="1187729"/>
                    <a:pt x="18537" y="1190927"/>
                    <a:pt x="17134" y="1192541"/>
                  </a:cubicBezTo>
                  <a:cubicBezTo>
                    <a:pt x="10023" y="1195854"/>
                    <a:pt x="10182" y="1203777"/>
                    <a:pt x="8842" y="1208560"/>
                  </a:cubicBezTo>
                  <a:cubicBezTo>
                    <a:pt x="7502" y="1213343"/>
                    <a:pt x="6194" y="1219711"/>
                    <a:pt x="6257" y="1222880"/>
                  </a:cubicBezTo>
                  <a:cubicBezTo>
                    <a:pt x="7724" y="1224436"/>
                    <a:pt x="9222" y="1227577"/>
                    <a:pt x="12154" y="1230689"/>
                  </a:cubicBezTo>
                  <a:cubicBezTo>
                    <a:pt x="12027" y="1224351"/>
                    <a:pt x="10530" y="1221210"/>
                    <a:pt x="10466" y="1218040"/>
                  </a:cubicBezTo>
                  <a:cubicBezTo>
                    <a:pt x="17767" y="1224236"/>
                    <a:pt x="19328" y="1230546"/>
                    <a:pt x="15182" y="1238556"/>
                  </a:cubicBezTo>
                  <a:cubicBezTo>
                    <a:pt x="8198" y="1248208"/>
                    <a:pt x="8357" y="1256131"/>
                    <a:pt x="15751" y="1267082"/>
                  </a:cubicBezTo>
                  <a:lnTo>
                    <a:pt x="20245" y="1276504"/>
                  </a:lnTo>
                  <a:lnTo>
                    <a:pt x="27419" y="1276361"/>
                  </a:lnTo>
                  <a:cubicBezTo>
                    <a:pt x="26079" y="1281144"/>
                    <a:pt x="23305" y="1285955"/>
                    <a:pt x="23368" y="1289125"/>
                  </a:cubicBezTo>
                  <a:cubicBezTo>
                    <a:pt x="27862" y="1298548"/>
                    <a:pt x="32355" y="1307970"/>
                    <a:pt x="38253" y="1315779"/>
                  </a:cubicBezTo>
                  <a:cubicBezTo>
                    <a:pt x="44181" y="1325173"/>
                    <a:pt x="51513" y="1332954"/>
                    <a:pt x="57410" y="1340763"/>
                  </a:cubicBezTo>
                  <a:cubicBezTo>
                    <a:pt x="57441" y="1342348"/>
                    <a:pt x="58876" y="1342319"/>
                    <a:pt x="58908" y="1343904"/>
                  </a:cubicBezTo>
                  <a:cubicBezTo>
                    <a:pt x="61999" y="1354940"/>
                    <a:pt x="63623" y="1364420"/>
                    <a:pt x="66714" y="1375456"/>
                  </a:cubicBezTo>
                  <a:cubicBezTo>
                    <a:pt x="68275" y="1381766"/>
                    <a:pt x="71240" y="1386463"/>
                    <a:pt x="72801" y="1392773"/>
                  </a:cubicBezTo>
                  <a:cubicBezTo>
                    <a:pt x="74331" y="1397499"/>
                    <a:pt x="74394" y="1400669"/>
                    <a:pt x="75923" y="1405394"/>
                  </a:cubicBezTo>
                  <a:lnTo>
                    <a:pt x="76240" y="1421242"/>
                  </a:lnTo>
                  <a:cubicBezTo>
                    <a:pt x="76303" y="1424411"/>
                    <a:pt x="76398" y="1429166"/>
                    <a:pt x="77896" y="1432306"/>
                  </a:cubicBezTo>
                  <a:cubicBezTo>
                    <a:pt x="80797" y="1433834"/>
                    <a:pt x="85164" y="1436918"/>
                    <a:pt x="85196" y="1438502"/>
                  </a:cubicBezTo>
                  <a:cubicBezTo>
                    <a:pt x="85291" y="1443256"/>
                    <a:pt x="82485" y="1446483"/>
                    <a:pt x="81145" y="1451266"/>
                  </a:cubicBezTo>
                  <a:cubicBezTo>
                    <a:pt x="81177" y="1452851"/>
                    <a:pt x="79742" y="1452880"/>
                    <a:pt x="78307" y="1452908"/>
                  </a:cubicBezTo>
                  <a:cubicBezTo>
                    <a:pt x="72695" y="1459362"/>
                    <a:pt x="65616" y="1464259"/>
                    <a:pt x="60004" y="1470713"/>
                  </a:cubicBezTo>
                  <a:cubicBezTo>
                    <a:pt x="52989" y="1478780"/>
                    <a:pt x="53147" y="1486704"/>
                    <a:pt x="57546" y="1491372"/>
                  </a:cubicBezTo>
                  <a:cubicBezTo>
                    <a:pt x="63443" y="1499181"/>
                    <a:pt x="67874" y="1505434"/>
                    <a:pt x="65226" y="1516585"/>
                  </a:cubicBezTo>
                  <a:cubicBezTo>
                    <a:pt x="65257" y="1518170"/>
                    <a:pt x="63886" y="1521368"/>
                    <a:pt x="65352" y="1522924"/>
                  </a:cubicBezTo>
                  <a:cubicBezTo>
                    <a:pt x="68380" y="1530790"/>
                    <a:pt x="71439" y="1540242"/>
                    <a:pt x="75901" y="1548079"/>
                  </a:cubicBezTo>
                  <a:cubicBezTo>
                    <a:pt x="77431" y="1552805"/>
                    <a:pt x="77558" y="1559144"/>
                    <a:pt x="80459" y="1560672"/>
                  </a:cubicBezTo>
                  <a:cubicBezTo>
                    <a:pt x="89162" y="1565254"/>
                    <a:pt x="93624" y="1573092"/>
                    <a:pt x="99521" y="1580901"/>
                  </a:cubicBezTo>
                  <a:cubicBezTo>
                    <a:pt x="103920" y="1585569"/>
                    <a:pt x="109754" y="1590209"/>
                    <a:pt x="111283" y="1594935"/>
                  </a:cubicBezTo>
                  <a:cubicBezTo>
                    <a:pt x="114374" y="1605971"/>
                    <a:pt x="123141" y="1613723"/>
                    <a:pt x="129069" y="1623116"/>
                  </a:cubicBezTo>
                  <a:cubicBezTo>
                    <a:pt x="133532" y="1630954"/>
                    <a:pt x="142235" y="1635537"/>
                    <a:pt x="143827" y="1643432"/>
                  </a:cubicBezTo>
                  <a:cubicBezTo>
                    <a:pt x="146950" y="1656053"/>
                    <a:pt x="154313" y="1665418"/>
                    <a:pt x="161708" y="1676368"/>
                  </a:cubicBezTo>
                  <a:cubicBezTo>
                    <a:pt x="166139" y="1682621"/>
                    <a:pt x="169167" y="1690488"/>
                    <a:pt x="167890" y="1698440"/>
                  </a:cubicBezTo>
                  <a:cubicBezTo>
                    <a:pt x="166550" y="1703223"/>
                    <a:pt x="168112" y="1709533"/>
                    <a:pt x="169610" y="1712674"/>
                  </a:cubicBezTo>
                  <a:cubicBezTo>
                    <a:pt x="172605" y="1718956"/>
                    <a:pt x="177036" y="1725209"/>
                    <a:pt x="180032" y="1731491"/>
                  </a:cubicBezTo>
                  <a:cubicBezTo>
                    <a:pt x="182996" y="1736188"/>
                    <a:pt x="185961" y="1740885"/>
                    <a:pt x="186056" y="1745639"/>
                  </a:cubicBezTo>
                  <a:cubicBezTo>
                    <a:pt x="187807" y="1761458"/>
                    <a:pt x="190929" y="1774079"/>
                    <a:pt x="205434" y="1781716"/>
                  </a:cubicBezTo>
                  <a:cubicBezTo>
                    <a:pt x="211236" y="1784771"/>
                    <a:pt x="218726" y="1800475"/>
                    <a:pt x="215983" y="1806872"/>
                  </a:cubicBezTo>
                  <a:cubicBezTo>
                    <a:pt x="211901" y="1818051"/>
                    <a:pt x="214928" y="1825917"/>
                    <a:pt x="223663" y="1832084"/>
                  </a:cubicBezTo>
                  <a:cubicBezTo>
                    <a:pt x="228062" y="1836753"/>
                    <a:pt x="226754" y="1843120"/>
                    <a:pt x="223980" y="1847932"/>
                  </a:cubicBezTo>
                  <a:cubicBezTo>
                    <a:pt x="221173" y="1851159"/>
                    <a:pt x="219802" y="1854357"/>
                    <a:pt x="219865" y="1857526"/>
                  </a:cubicBezTo>
                  <a:cubicBezTo>
                    <a:pt x="218652" y="1868648"/>
                    <a:pt x="220340" y="1881298"/>
                    <a:pt x="219126" y="1892420"/>
                  </a:cubicBezTo>
                  <a:cubicBezTo>
                    <a:pt x="217882" y="1901957"/>
                    <a:pt x="220941" y="1911408"/>
                    <a:pt x="226806" y="1917632"/>
                  </a:cubicBezTo>
                  <a:cubicBezTo>
                    <a:pt x="232672" y="1923857"/>
                    <a:pt x="232767" y="1928611"/>
                    <a:pt x="230087" y="1938177"/>
                  </a:cubicBezTo>
                  <a:cubicBezTo>
                    <a:pt x="227376" y="1946158"/>
                    <a:pt x="220329" y="1952640"/>
                    <a:pt x="221985" y="1963705"/>
                  </a:cubicBezTo>
                  <a:cubicBezTo>
                    <a:pt x="223610" y="1973185"/>
                    <a:pt x="219527" y="1984364"/>
                    <a:pt x="224053" y="1995371"/>
                  </a:cubicBezTo>
                  <a:lnTo>
                    <a:pt x="224179" y="2001710"/>
                  </a:lnTo>
                  <a:cubicBezTo>
                    <a:pt x="221499" y="2011276"/>
                    <a:pt x="220255" y="2020813"/>
                    <a:pt x="213239" y="2028880"/>
                  </a:cubicBezTo>
                  <a:cubicBezTo>
                    <a:pt x="206256" y="2038532"/>
                    <a:pt x="259371" y="2039057"/>
                    <a:pt x="253822" y="2048680"/>
                  </a:cubicBezTo>
                  <a:cubicBezTo>
                    <a:pt x="245499" y="2063115"/>
                    <a:pt x="254044" y="2059774"/>
                    <a:pt x="247155" y="2074179"/>
                  </a:cubicBezTo>
                  <a:cubicBezTo>
                    <a:pt x="243072" y="2085358"/>
                    <a:pt x="258759" y="2080289"/>
                    <a:pt x="256143" y="2093025"/>
                  </a:cubicBezTo>
                  <a:cubicBezTo>
                    <a:pt x="256174" y="2094609"/>
                    <a:pt x="245076" y="2113856"/>
                    <a:pt x="246511" y="2113827"/>
                  </a:cubicBezTo>
                  <a:cubicBezTo>
                    <a:pt x="250973" y="2121665"/>
                    <a:pt x="294172" y="2128729"/>
                    <a:pt x="292896" y="2136682"/>
                  </a:cubicBezTo>
                  <a:cubicBezTo>
                    <a:pt x="288908" y="2152615"/>
                    <a:pt x="292063" y="2166821"/>
                    <a:pt x="298086" y="2180969"/>
                  </a:cubicBezTo>
                  <a:cubicBezTo>
                    <a:pt x="301114" y="2188835"/>
                    <a:pt x="311409" y="2201313"/>
                    <a:pt x="307232" y="2207738"/>
                  </a:cubicBezTo>
                  <a:cubicBezTo>
                    <a:pt x="300280" y="2218974"/>
                    <a:pt x="297632" y="2230125"/>
                    <a:pt x="296450" y="2242832"/>
                  </a:cubicBezTo>
                  <a:cubicBezTo>
                    <a:pt x="296482" y="2244416"/>
                    <a:pt x="295079" y="2246030"/>
                    <a:pt x="293676" y="2247643"/>
                  </a:cubicBezTo>
                  <a:cubicBezTo>
                    <a:pt x="288032" y="2252512"/>
                    <a:pt x="304257" y="2274383"/>
                    <a:pt x="298613" y="2279252"/>
                  </a:cubicBezTo>
                  <a:cubicBezTo>
                    <a:pt x="290131" y="2285763"/>
                    <a:pt x="281649" y="2292274"/>
                    <a:pt x="274603" y="2298756"/>
                  </a:cubicBezTo>
                  <a:cubicBezTo>
                    <a:pt x="271797" y="2301983"/>
                    <a:pt x="270457" y="2306766"/>
                    <a:pt x="267619" y="2308408"/>
                  </a:cubicBezTo>
                  <a:cubicBezTo>
                    <a:pt x="260477" y="2310136"/>
                    <a:pt x="257671" y="2313363"/>
                    <a:pt x="257829" y="2321287"/>
                  </a:cubicBezTo>
                  <a:cubicBezTo>
                    <a:pt x="257924" y="2326041"/>
                    <a:pt x="256584" y="2330824"/>
                    <a:pt x="253778" y="2334051"/>
                  </a:cubicBezTo>
                  <a:cubicBezTo>
                    <a:pt x="249632" y="2342060"/>
                    <a:pt x="245455" y="2348485"/>
                    <a:pt x="241277" y="2354910"/>
                  </a:cubicBezTo>
                  <a:cubicBezTo>
                    <a:pt x="237131" y="2362920"/>
                    <a:pt x="232985" y="2370929"/>
                    <a:pt x="225875" y="2374242"/>
                  </a:cubicBezTo>
                  <a:cubicBezTo>
                    <a:pt x="223037" y="2375884"/>
                    <a:pt x="221634" y="2377498"/>
                    <a:pt x="220231" y="2379111"/>
                  </a:cubicBezTo>
                  <a:cubicBezTo>
                    <a:pt x="214619" y="2385565"/>
                    <a:pt x="210442" y="2391990"/>
                    <a:pt x="204829" y="2398443"/>
                  </a:cubicBezTo>
                  <a:cubicBezTo>
                    <a:pt x="197846" y="2408095"/>
                    <a:pt x="189396" y="2416191"/>
                    <a:pt x="182412" y="2425842"/>
                  </a:cubicBezTo>
                  <a:cubicBezTo>
                    <a:pt x="181041" y="2429041"/>
                    <a:pt x="178234" y="2432267"/>
                    <a:pt x="176863" y="2435465"/>
                  </a:cubicBezTo>
                  <a:cubicBezTo>
                    <a:pt x="174120" y="2441862"/>
                    <a:pt x="171377" y="2448258"/>
                    <a:pt x="167168" y="2453098"/>
                  </a:cubicBezTo>
                  <a:cubicBezTo>
                    <a:pt x="162959" y="2457938"/>
                    <a:pt x="189227" y="2479609"/>
                    <a:pt x="183551" y="2482893"/>
                  </a:cubicBezTo>
                  <a:cubicBezTo>
                    <a:pt x="182116" y="2482922"/>
                    <a:pt x="182148" y="2484507"/>
                    <a:pt x="182180" y="2486092"/>
                  </a:cubicBezTo>
                  <a:cubicBezTo>
                    <a:pt x="175196" y="2495743"/>
                    <a:pt x="178255" y="2505195"/>
                    <a:pt x="181314" y="2514646"/>
                  </a:cubicBezTo>
                  <a:cubicBezTo>
                    <a:pt x="182812" y="2517787"/>
                    <a:pt x="184310" y="2520928"/>
                    <a:pt x="182907" y="2522541"/>
                  </a:cubicBezTo>
                  <a:cubicBezTo>
                    <a:pt x="178825" y="2533720"/>
                    <a:pt x="168940" y="2541845"/>
                    <a:pt x="167790" y="2556136"/>
                  </a:cubicBezTo>
                  <a:cubicBezTo>
                    <a:pt x="167790" y="2556136"/>
                    <a:pt x="167822" y="2557721"/>
                    <a:pt x="166387" y="2557749"/>
                  </a:cubicBezTo>
                  <a:cubicBezTo>
                    <a:pt x="157842" y="2561091"/>
                    <a:pt x="158032" y="2570599"/>
                    <a:pt x="156755" y="2578551"/>
                  </a:cubicBezTo>
                  <a:cubicBezTo>
                    <a:pt x="156850" y="2583306"/>
                    <a:pt x="155510" y="2588089"/>
                    <a:pt x="154139" y="2591287"/>
                  </a:cubicBezTo>
                  <a:cubicBezTo>
                    <a:pt x="150025" y="2600881"/>
                    <a:pt x="144476" y="2610504"/>
                    <a:pt x="141828" y="2621655"/>
                  </a:cubicBezTo>
                  <a:cubicBezTo>
                    <a:pt x="137809" y="2636004"/>
                    <a:pt x="135224" y="2650324"/>
                    <a:pt x="128272" y="2661561"/>
                  </a:cubicBezTo>
                  <a:cubicBezTo>
                    <a:pt x="128303" y="2663145"/>
                    <a:pt x="128335" y="2664730"/>
                    <a:pt x="126900" y="2664758"/>
                  </a:cubicBezTo>
                  <a:cubicBezTo>
                    <a:pt x="124126" y="2669570"/>
                    <a:pt x="122850" y="2677523"/>
                    <a:pt x="118609" y="2680778"/>
                  </a:cubicBezTo>
                  <a:cubicBezTo>
                    <a:pt x="110095" y="2685704"/>
                    <a:pt x="111783" y="2698353"/>
                    <a:pt x="104736" y="2704836"/>
                  </a:cubicBezTo>
                  <a:lnTo>
                    <a:pt x="104768" y="2706420"/>
                  </a:lnTo>
                  <a:cubicBezTo>
                    <a:pt x="104895" y="2712759"/>
                    <a:pt x="103586" y="2719127"/>
                    <a:pt x="103744" y="2727051"/>
                  </a:cubicBezTo>
                  <a:cubicBezTo>
                    <a:pt x="105243" y="2730192"/>
                    <a:pt x="108207" y="2734889"/>
                    <a:pt x="108270" y="2738058"/>
                  </a:cubicBezTo>
                  <a:cubicBezTo>
                    <a:pt x="104251" y="2752407"/>
                    <a:pt x="104535" y="2766670"/>
                    <a:pt x="116203" y="2775949"/>
                  </a:cubicBezTo>
                  <a:cubicBezTo>
                    <a:pt x="117669" y="2777505"/>
                    <a:pt x="117733" y="2780675"/>
                    <a:pt x="117796" y="2783844"/>
                  </a:cubicBezTo>
                  <a:lnTo>
                    <a:pt x="118049" y="2796522"/>
                  </a:lnTo>
                  <a:cubicBezTo>
                    <a:pt x="121203" y="2810728"/>
                    <a:pt x="124325" y="2823348"/>
                    <a:pt x="126045" y="2837583"/>
                  </a:cubicBezTo>
                  <a:cubicBezTo>
                    <a:pt x="127606" y="2843893"/>
                    <a:pt x="124895" y="2851874"/>
                    <a:pt x="123587" y="2858242"/>
                  </a:cubicBezTo>
                  <a:cubicBezTo>
                    <a:pt x="122279" y="2864609"/>
                    <a:pt x="122405" y="2870948"/>
                    <a:pt x="122532" y="2877287"/>
                  </a:cubicBezTo>
                  <a:cubicBezTo>
                    <a:pt x="122690" y="2885211"/>
                    <a:pt x="125686" y="2891493"/>
                    <a:pt x="125844" y="2899417"/>
                  </a:cubicBezTo>
                  <a:cubicBezTo>
                    <a:pt x="127406" y="2905727"/>
                    <a:pt x="127564" y="2913651"/>
                    <a:pt x="129125" y="2919961"/>
                  </a:cubicBezTo>
                  <a:cubicBezTo>
                    <a:pt x="132279" y="2934167"/>
                    <a:pt x="135401" y="2946788"/>
                    <a:pt x="137121" y="2961022"/>
                  </a:cubicBezTo>
                  <a:cubicBezTo>
                    <a:pt x="186090" y="2969556"/>
                    <a:pt x="243447" y="2966826"/>
                    <a:pt x="302269" y="2965652"/>
                  </a:cubicBezTo>
                  <a:close/>
                </a:path>
              </a:pathLst>
            </a:custGeom>
            <a:blipFill>
              <a:blip r:embed="rId5"/>
              <a:stretch>
                <a:fillRect l="-48119" t="-1249" r="-47662" b="-133"/>
              </a:stretch>
            </a:blipFill>
          </p:spPr>
        </p:sp>
      </p:grpSp>
      <p:sp>
        <p:nvSpPr>
          <p:cNvPr name="TextBox 9" id="9"/>
          <p:cNvSpPr txBox="true"/>
          <p:nvPr/>
        </p:nvSpPr>
        <p:spPr>
          <a:xfrm rot="0">
            <a:off x="516444" y="1876263"/>
            <a:ext cx="6362265" cy="2566708"/>
          </a:xfrm>
          <a:prstGeom prst="rect">
            <a:avLst/>
          </a:prstGeom>
        </p:spPr>
        <p:txBody>
          <a:bodyPr anchor="t" rtlCol="false" tIns="0" lIns="0" bIns="0" rIns="0">
            <a:spAutoFit/>
          </a:bodyPr>
          <a:lstStyle/>
          <a:p>
            <a:pPr algn="l">
              <a:lnSpc>
                <a:spcPts val="3427"/>
              </a:lnSpc>
              <a:spcBef>
                <a:spcPct val="0"/>
              </a:spcBef>
            </a:pPr>
            <a:r>
              <a:rPr lang="en-US" sz="2448">
                <a:solidFill>
                  <a:srgbClr val="000000"/>
                </a:solidFill>
                <a:latin typeface="Arapey"/>
                <a:ea typeface="Arapey"/>
                <a:cs typeface="Arapey"/>
                <a:sym typeface="Arapey"/>
              </a:rPr>
              <a:t>¿Recuerdas el dia en que te conoci?, el momento donde nuestros caminos dejaron de estar separados para volverse uno solo, recuerdo que estabas afuera de clases, esperando a que nuestra siguiente clase empezara, pero tardo bastante, entonces coincidimos.</a:t>
            </a:r>
          </a:p>
        </p:txBody>
      </p:sp>
      <p:sp>
        <p:nvSpPr>
          <p:cNvPr name="TextBox 10" id="10"/>
          <p:cNvSpPr txBox="true"/>
          <p:nvPr/>
        </p:nvSpPr>
        <p:spPr>
          <a:xfrm rot="0">
            <a:off x="1179689" y="6132288"/>
            <a:ext cx="7964311" cy="3126012"/>
          </a:xfrm>
          <a:prstGeom prst="rect">
            <a:avLst/>
          </a:prstGeom>
        </p:spPr>
        <p:txBody>
          <a:bodyPr anchor="t" rtlCol="false" tIns="0" lIns="0" bIns="0" rIns="0">
            <a:spAutoFit/>
          </a:bodyPr>
          <a:lstStyle/>
          <a:p>
            <a:pPr algn="r">
              <a:lnSpc>
                <a:spcPts val="3575"/>
              </a:lnSpc>
              <a:spcBef>
                <a:spcPct val="0"/>
              </a:spcBef>
            </a:pPr>
            <a:r>
              <a:rPr lang="en-US" sz="2553">
                <a:solidFill>
                  <a:srgbClr val="000000"/>
                </a:solidFill>
                <a:latin typeface="Arapey"/>
                <a:ea typeface="Arapey"/>
                <a:cs typeface="Arapey"/>
                <a:sym typeface="Arapey"/>
              </a:rPr>
              <a:t>Empezamos con un hola, seguido de un “que haces”, esas dos palabras serian las que darian inicio a nuestra historia de amor aquel 13 de octubre del 2026, y desde entonces hemos tenido altas y bajas, dias buenos y malos, pero creeme mi amor cuando te digo que, esos momentos no los cambio por nada del mundo, porque son los momentos que nos hicieron ser quienes somos ahora &lt;3</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sp>
        <p:nvSpPr>
          <p:cNvPr name="TextBox 3" id="3"/>
          <p:cNvSpPr txBox="true"/>
          <p:nvPr/>
        </p:nvSpPr>
        <p:spPr>
          <a:xfrm rot="0">
            <a:off x="1028700" y="1600020"/>
            <a:ext cx="14612365" cy="3723749"/>
          </a:xfrm>
          <a:prstGeom prst="rect">
            <a:avLst/>
          </a:prstGeom>
        </p:spPr>
        <p:txBody>
          <a:bodyPr anchor="t" rtlCol="false" tIns="0" lIns="0" bIns="0" rIns="0">
            <a:spAutoFit/>
          </a:bodyPr>
          <a:lstStyle/>
          <a:p>
            <a:pPr algn="l">
              <a:lnSpc>
                <a:spcPts val="4229"/>
              </a:lnSpc>
              <a:spcBef>
                <a:spcPct val="0"/>
              </a:spcBef>
            </a:pPr>
            <a:r>
              <a:rPr lang="en-US" sz="3020">
                <a:solidFill>
                  <a:srgbClr val="000000"/>
                </a:solidFill>
                <a:latin typeface="Arapey"/>
                <a:ea typeface="Arapey"/>
                <a:cs typeface="Arapey"/>
                <a:sym typeface="Arapey"/>
              </a:rPr>
              <a:t>Tu significas muchas cosas para mi, por ejemplo, ya no puedo ver unos lentes sin que los asocie contigo, tu nombre por ejemplo tu nombre y los dos apellidos son aquello que conforma lo que mas amo en esta vida, al recordar tu nombre recuerdo, un calido hogar, una dulce mañana de descanso, una salida y flores, besos que en cada uno de ellos me dices lo mucho que me extrañas, y los abrazos que siempre necesite y ahora tu me los das, eres para mi lo que la inspiración es para el artista, eres lo que necesito en mi vida, si te tengo que decir que significas para mi, en una sola palabra, la palabra seria: AMOR</a:t>
            </a:r>
          </a:p>
        </p:txBody>
      </p:sp>
      <p:sp>
        <p:nvSpPr>
          <p:cNvPr name="Freeform 4" id="4"/>
          <p:cNvSpPr/>
          <p:nvPr/>
        </p:nvSpPr>
        <p:spPr>
          <a:xfrm flipH="false" flipV="false" rot="1505240">
            <a:off x="10467287" y="-272290"/>
            <a:ext cx="8672028" cy="9152536"/>
          </a:xfrm>
          <a:custGeom>
            <a:avLst/>
            <a:gdLst/>
            <a:ahLst/>
            <a:cxnLst/>
            <a:rect r="r" b="b" t="t" l="l"/>
            <a:pathLst>
              <a:path h="9152536" w="8672028">
                <a:moveTo>
                  <a:pt x="0" y="0"/>
                </a:moveTo>
                <a:lnTo>
                  <a:pt x="8672028" y="0"/>
                </a:lnTo>
                <a:lnTo>
                  <a:pt x="8672028" y="9152536"/>
                </a:lnTo>
                <a:lnTo>
                  <a:pt x="0" y="9152536"/>
                </a:lnTo>
                <a:lnTo>
                  <a:pt x="0" y="0"/>
                </a:lnTo>
                <a:close/>
              </a:path>
            </a:pathLst>
          </a:custGeom>
          <a:blipFill>
            <a:blip r:embed="rId3">
              <a:alphaModFix amt="10999"/>
            </a:blip>
            <a:stretch>
              <a:fillRect l="0" t="0" r="0" b="0"/>
            </a:stretch>
          </a:blipFill>
        </p:spPr>
      </p:sp>
      <p:sp>
        <p:nvSpPr>
          <p:cNvPr name="Freeform 5" id="5"/>
          <p:cNvSpPr/>
          <p:nvPr/>
        </p:nvSpPr>
        <p:spPr>
          <a:xfrm flipH="false" flipV="false" rot="0">
            <a:off x="1336465" y="6834794"/>
            <a:ext cx="2206566" cy="2206566"/>
          </a:xfrm>
          <a:custGeom>
            <a:avLst/>
            <a:gdLst/>
            <a:ahLst/>
            <a:cxnLst/>
            <a:rect r="r" b="b" t="t" l="l"/>
            <a:pathLst>
              <a:path h="2206566" w="2206566">
                <a:moveTo>
                  <a:pt x="0" y="0"/>
                </a:moveTo>
                <a:lnTo>
                  <a:pt x="2206565" y="0"/>
                </a:lnTo>
                <a:lnTo>
                  <a:pt x="2206565" y="2206566"/>
                </a:lnTo>
                <a:lnTo>
                  <a:pt x="0" y="2206566"/>
                </a:lnTo>
                <a:lnTo>
                  <a:pt x="0" y="0"/>
                </a:lnTo>
                <a:close/>
              </a:path>
            </a:pathLst>
          </a:custGeom>
          <a:blipFill>
            <a:blip r:embed="rId4"/>
            <a:stretch>
              <a:fillRect l="0" t="0" r="0" b="0"/>
            </a:stretch>
          </a:blipFill>
        </p:spPr>
      </p:sp>
      <p:sp>
        <p:nvSpPr>
          <p:cNvPr name="Freeform 6" id="6"/>
          <p:cNvSpPr/>
          <p:nvPr/>
        </p:nvSpPr>
        <p:spPr>
          <a:xfrm flipH="false" flipV="false" rot="0">
            <a:off x="6012451" y="5683540"/>
            <a:ext cx="3220853" cy="3744276"/>
          </a:xfrm>
          <a:custGeom>
            <a:avLst/>
            <a:gdLst/>
            <a:ahLst/>
            <a:cxnLst/>
            <a:rect r="r" b="b" t="t" l="l"/>
            <a:pathLst>
              <a:path h="3744276" w="3220853">
                <a:moveTo>
                  <a:pt x="0" y="0"/>
                </a:moveTo>
                <a:lnTo>
                  <a:pt x="3220853" y="0"/>
                </a:lnTo>
                <a:lnTo>
                  <a:pt x="3220853" y="3744276"/>
                </a:lnTo>
                <a:lnTo>
                  <a:pt x="0" y="3744276"/>
                </a:lnTo>
                <a:lnTo>
                  <a:pt x="0" y="0"/>
                </a:lnTo>
                <a:close/>
              </a:path>
            </a:pathLst>
          </a:custGeom>
          <a:blipFill>
            <a:blip r:embed="rId5"/>
            <a:stretch>
              <a:fillRect l="0" t="0" r="0" b="0"/>
            </a:stretch>
          </a:blipFill>
        </p:spPr>
      </p:sp>
      <p:sp>
        <p:nvSpPr>
          <p:cNvPr name="TextBox 7" id="7"/>
          <p:cNvSpPr txBox="true"/>
          <p:nvPr/>
        </p:nvSpPr>
        <p:spPr>
          <a:xfrm rot="0">
            <a:off x="649426" y="264890"/>
            <a:ext cx="8118893" cy="1038224"/>
          </a:xfrm>
          <a:prstGeom prst="rect">
            <a:avLst/>
          </a:prstGeom>
        </p:spPr>
        <p:txBody>
          <a:bodyPr anchor="t" rtlCol="false" tIns="0" lIns="0" bIns="0" rIns="0">
            <a:spAutoFit/>
          </a:bodyPr>
          <a:lstStyle/>
          <a:p>
            <a:pPr algn="l" marL="0" indent="0" lvl="0">
              <a:lnSpc>
                <a:spcPts val="8400"/>
              </a:lnSpc>
              <a:spcBef>
                <a:spcPct val="0"/>
              </a:spcBef>
            </a:pPr>
            <a:r>
              <a:rPr lang="en-US" sz="6000">
                <a:solidFill>
                  <a:srgbClr val="000000"/>
                </a:solidFill>
                <a:latin typeface="Arapey"/>
                <a:ea typeface="Arapey"/>
                <a:cs typeface="Arapey"/>
                <a:sym typeface="Arapey"/>
              </a:rPr>
              <a:t>¿Qué significas para mí?</a:t>
            </a:r>
          </a:p>
        </p:txBody>
      </p:sp>
      <p:sp>
        <p:nvSpPr>
          <p:cNvPr name="TextBox 8" id="8"/>
          <p:cNvSpPr txBox="true"/>
          <p:nvPr/>
        </p:nvSpPr>
        <p:spPr>
          <a:xfrm rot="0">
            <a:off x="11678170" y="5161843"/>
            <a:ext cx="4514016" cy="1372622"/>
          </a:xfrm>
          <a:prstGeom prst="rect">
            <a:avLst/>
          </a:prstGeom>
        </p:spPr>
        <p:txBody>
          <a:bodyPr anchor="t" rtlCol="false" tIns="0" lIns="0" bIns="0" rIns="0">
            <a:spAutoFit/>
          </a:bodyPr>
          <a:lstStyle/>
          <a:p>
            <a:pPr algn="ctr">
              <a:lnSpc>
                <a:spcPts val="11218"/>
              </a:lnSpc>
            </a:pPr>
            <a:r>
              <a:rPr lang="en-US" sz="8012">
                <a:solidFill>
                  <a:srgbClr val="000000"/>
                </a:solidFill>
                <a:latin typeface="Eyesome Script"/>
                <a:ea typeface="Eyesome Script"/>
                <a:cs typeface="Eyesome Script"/>
                <a:sym typeface="Eyesome Script"/>
              </a:rPr>
              <a:t>Alexandra </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sp>
        <p:nvSpPr>
          <p:cNvPr name="Freeform 3" id="3"/>
          <p:cNvSpPr/>
          <p:nvPr/>
        </p:nvSpPr>
        <p:spPr>
          <a:xfrm flipH="false" flipV="false" rot="-652393">
            <a:off x="-2801898" y="-2125939"/>
            <a:ext cx="12065301" cy="12733827"/>
          </a:xfrm>
          <a:custGeom>
            <a:avLst/>
            <a:gdLst/>
            <a:ahLst/>
            <a:cxnLst/>
            <a:rect r="r" b="b" t="t" l="l"/>
            <a:pathLst>
              <a:path h="12733827" w="12065301">
                <a:moveTo>
                  <a:pt x="0" y="0"/>
                </a:moveTo>
                <a:lnTo>
                  <a:pt x="12065301" y="0"/>
                </a:lnTo>
                <a:lnTo>
                  <a:pt x="12065301" y="12733828"/>
                </a:lnTo>
                <a:lnTo>
                  <a:pt x="0" y="12733828"/>
                </a:lnTo>
                <a:lnTo>
                  <a:pt x="0" y="0"/>
                </a:lnTo>
                <a:close/>
              </a:path>
            </a:pathLst>
          </a:custGeom>
          <a:blipFill>
            <a:blip r:embed="rId3">
              <a:alphaModFix amt="8999"/>
            </a:blip>
            <a:stretch>
              <a:fillRect l="0" t="0" r="0" b="0"/>
            </a:stretch>
          </a:blipFill>
        </p:spPr>
      </p:sp>
      <p:sp>
        <p:nvSpPr>
          <p:cNvPr name="TextBox 4" id="4"/>
          <p:cNvSpPr txBox="true"/>
          <p:nvPr/>
        </p:nvSpPr>
        <p:spPr>
          <a:xfrm rot="0">
            <a:off x="472647" y="302027"/>
            <a:ext cx="5519286" cy="1038224"/>
          </a:xfrm>
          <a:prstGeom prst="rect">
            <a:avLst/>
          </a:prstGeom>
        </p:spPr>
        <p:txBody>
          <a:bodyPr anchor="t" rtlCol="false" tIns="0" lIns="0" bIns="0" rIns="0">
            <a:spAutoFit/>
          </a:bodyPr>
          <a:lstStyle/>
          <a:p>
            <a:pPr algn="l" marL="0" indent="0" lvl="0">
              <a:lnSpc>
                <a:spcPts val="8400"/>
              </a:lnSpc>
              <a:spcBef>
                <a:spcPct val="0"/>
              </a:spcBef>
            </a:pPr>
            <a:r>
              <a:rPr lang="en-US" sz="6000">
                <a:solidFill>
                  <a:srgbClr val="000000"/>
                </a:solidFill>
                <a:latin typeface="Arapey"/>
                <a:ea typeface="Arapey"/>
                <a:cs typeface="Arapey"/>
                <a:sym typeface="Arapey"/>
              </a:rPr>
              <a:t>¿Por qué te amo?</a:t>
            </a:r>
          </a:p>
        </p:txBody>
      </p:sp>
      <p:sp>
        <p:nvSpPr>
          <p:cNvPr name="TextBox 5" id="5"/>
          <p:cNvSpPr txBox="true"/>
          <p:nvPr/>
        </p:nvSpPr>
        <p:spPr>
          <a:xfrm rot="0">
            <a:off x="742269" y="1719475"/>
            <a:ext cx="13084828" cy="3780667"/>
          </a:xfrm>
          <a:prstGeom prst="rect">
            <a:avLst/>
          </a:prstGeom>
        </p:spPr>
        <p:txBody>
          <a:bodyPr anchor="t" rtlCol="false" tIns="0" lIns="0" bIns="0" rIns="0">
            <a:spAutoFit/>
          </a:bodyPr>
          <a:lstStyle/>
          <a:p>
            <a:pPr algn="l">
              <a:lnSpc>
                <a:spcPts val="3786"/>
              </a:lnSpc>
            </a:pPr>
            <a:r>
              <a:rPr lang="en-US" sz="2704">
                <a:solidFill>
                  <a:srgbClr val="000000"/>
                </a:solidFill>
                <a:latin typeface="Arapey"/>
                <a:ea typeface="Arapey"/>
                <a:cs typeface="Arapey"/>
                <a:sym typeface="Arapey"/>
              </a:rPr>
              <a:t>Hay muchas razones por las cuales yo te amo, podria decir que por tus ojos o tu voz, que aunque son cosas que me encantan de ti, no son el verdadero motivo.</a:t>
            </a:r>
          </a:p>
          <a:p>
            <a:pPr algn="l">
              <a:lnSpc>
                <a:spcPts val="3786"/>
              </a:lnSpc>
            </a:pPr>
          </a:p>
          <a:p>
            <a:pPr algn="l">
              <a:lnSpc>
                <a:spcPts val="3786"/>
              </a:lnSpc>
              <a:spcBef>
                <a:spcPct val="0"/>
              </a:spcBef>
            </a:pPr>
            <a:r>
              <a:rPr lang="en-US" sz="2704">
                <a:solidFill>
                  <a:srgbClr val="000000"/>
                </a:solidFill>
                <a:latin typeface="Arapey"/>
                <a:ea typeface="Arapey"/>
                <a:cs typeface="Arapey"/>
                <a:sym typeface="Arapey"/>
              </a:rPr>
              <a:t>La verdad es que te amo por tu forma de ser tan caotica pero a la vez tan tierna y delicada, amo tus muestras tan unicas de amor, amo que cada vez que te voy a ver a tu casa me recibes con toda la alegria del mundo, te amo por quien me haces ser cuando estoy junto a ti, te amo porque me haz hecho ver de que soy capaz cuando amo de verdad, te amo porque a pesar de todo lo que hemos pasado siempre me has elegido una y otra vez</a:t>
            </a:r>
          </a:p>
        </p:txBody>
      </p:sp>
      <p:grpSp>
        <p:nvGrpSpPr>
          <p:cNvPr name="Group 6" id="6"/>
          <p:cNvGrpSpPr/>
          <p:nvPr/>
        </p:nvGrpSpPr>
        <p:grpSpPr>
          <a:xfrm rot="0">
            <a:off x="2754891" y="6146166"/>
            <a:ext cx="12778217" cy="3424987"/>
            <a:chOff x="0" y="0"/>
            <a:chExt cx="17037623" cy="4566649"/>
          </a:xfrm>
        </p:grpSpPr>
        <p:grpSp>
          <p:nvGrpSpPr>
            <p:cNvPr name="Group 7" id="7"/>
            <p:cNvGrpSpPr/>
            <p:nvPr/>
          </p:nvGrpSpPr>
          <p:grpSpPr>
            <a:xfrm rot="0">
              <a:off x="0" y="0"/>
              <a:ext cx="4316067" cy="3655962"/>
              <a:chOff x="0" y="0"/>
              <a:chExt cx="2374900" cy="2011680"/>
            </a:xfrm>
          </p:grpSpPr>
          <p:sp>
            <p:nvSpPr>
              <p:cNvPr name="Freeform 8" id="8"/>
              <p:cNvSpPr/>
              <p:nvPr/>
            </p:nvSpPr>
            <p:spPr>
              <a:xfrm flipH="false" flipV="false" rot="0">
                <a:off x="-796" y="-1270"/>
                <a:ext cx="2374505" cy="2007870"/>
              </a:xfrm>
              <a:custGeom>
                <a:avLst/>
                <a:gdLst/>
                <a:ahLst/>
                <a:cxnLst/>
                <a:rect r="r" b="b" t="t" l="l"/>
                <a:pathLst>
                  <a:path h="2007870" w="2374505">
                    <a:moveTo>
                      <a:pt x="2374426" y="1776730"/>
                    </a:moveTo>
                    <a:cubicBezTo>
                      <a:pt x="2373156" y="1275080"/>
                      <a:pt x="2357916" y="596900"/>
                      <a:pt x="2357916" y="96520"/>
                    </a:cubicBezTo>
                    <a:cubicBezTo>
                      <a:pt x="2357916" y="88900"/>
                      <a:pt x="2359186" y="81280"/>
                      <a:pt x="2359186" y="74930"/>
                    </a:cubicBezTo>
                    <a:cubicBezTo>
                      <a:pt x="2357916" y="73660"/>
                      <a:pt x="2356646" y="73660"/>
                      <a:pt x="2355376" y="72390"/>
                    </a:cubicBezTo>
                    <a:cubicBezTo>
                      <a:pt x="2355376" y="72390"/>
                      <a:pt x="2354106" y="73660"/>
                      <a:pt x="2354106" y="74930"/>
                    </a:cubicBezTo>
                    <a:cubicBezTo>
                      <a:pt x="2351566" y="81280"/>
                      <a:pt x="2346486" y="81280"/>
                      <a:pt x="2341406" y="81280"/>
                    </a:cubicBezTo>
                    <a:cubicBezTo>
                      <a:pt x="2335056" y="80010"/>
                      <a:pt x="2328706" y="73660"/>
                      <a:pt x="2321086" y="76200"/>
                    </a:cubicBezTo>
                    <a:cubicBezTo>
                      <a:pt x="2318546" y="77470"/>
                      <a:pt x="2313466" y="74930"/>
                      <a:pt x="2312196" y="72390"/>
                    </a:cubicBezTo>
                    <a:cubicBezTo>
                      <a:pt x="2308386" y="67310"/>
                      <a:pt x="2303306" y="67310"/>
                      <a:pt x="2298226" y="69850"/>
                    </a:cubicBezTo>
                    <a:cubicBezTo>
                      <a:pt x="2295686" y="71120"/>
                      <a:pt x="2293146" y="69850"/>
                      <a:pt x="2290606" y="69850"/>
                    </a:cubicBezTo>
                    <a:cubicBezTo>
                      <a:pt x="2286796" y="69850"/>
                      <a:pt x="2281716" y="68580"/>
                      <a:pt x="2277906" y="67310"/>
                    </a:cubicBezTo>
                    <a:cubicBezTo>
                      <a:pt x="2276636" y="67310"/>
                      <a:pt x="2274096" y="66040"/>
                      <a:pt x="2272826" y="66040"/>
                    </a:cubicBezTo>
                    <a:cubicBezTo>
                      <a:pt x="2269016" y="64770"/>
                      <a:pt x="2265206" y="60960"/>
                      <a:pt x="2261396" y="66040"/>
                    </a:cubicBezTo>
                    <a:cubicBezTo>
                      <a:pt x="2261396" y="66040"/>
                      <a:pt x="2258856" y="66040"/>
                      <a:pt x="2257586" y="64770"/>
                    </a:cubicBezTo>
                    <a:cubicBezTo>
                      <a:pt x="2256316" y="62230"/>
                      <a:pt x="2255046" y="58420"/>
                      <a:pt x="2253776" y="55880"/>
                    </a:cubicBezTo>
                    <a:cubicBezTo>
                      <a:pt x="2251236" y="52070"/>
                      <a:pt x="2251236" y="45720"/>
                      <a:pt x="2247426" y="43180"/>
                    </a:cubicBezTo>
                    <a:cubicBezTo>
                      <a:pt x="2244886" y="41910"/>
                      <a:pt x="2243616" y="40640"/>
                      <a:pt x="2242346" y="38100"/>
                    </a:cubicBezTo>
                    <a:cubicBezTo>
                      <a:pt x="2242346" y="36830"/>
                      <a:pt x="2239806" y="35560"/>
                      <a:pt x="2239806" y="34290"/>
                    </a:cubicBezTo>
                    <a:lnTo>
                      <a:pt x="2235996" y="30480"/>
                    </a:lnTo>
                    <a:cubicBezTo>
                      <a:pt x="2234726" y="27940"/>
                      <a:pt x="2233456" y="24130"/>
                      <a:pt x="2230916" y="22860"/>
                    </a:cubicBezTo>
                    <a:cubicBezTo>
                      <a:pt x="2225836" y="19050"/>
                      <a:pt x="2224566" y="13970"/>
                      <a:pt x="2227106" y="7620"/>
                    </a:cubicBezTo>
                    <a:cubicBezTo>
                      <a:pt x="2223296" y="6350"/>
                      <a:pt x="2220756" y="3810"/>
                      <a:pt x="2216946" y="3810"/>
                    </a:cubicBezTo>
                    <a:cubicBezTo>
                      <a:pt x="2201706" y="5080"/>
                      <a:pt x="2185196" y="7620"/>
                      <a:pt x="2169956" y="8890"/>
                    </a:cubicBezTo>
                    <a:cubicBezTo>
                      <a:pt x="2167416" y="8890"/>
                      <a:pt x="2163606" y="10160"/>
                      <a:pt x="2162336" y="11430"/>
                    </a:cubicBezTo>
                    <a:cubicBezTo>
                      <a:pt x="2152176" y="17780"/>
                      <a:pt x="2142016" y="12700"/>
                      <a:pt x="2131856" y="11430"/>
                    </a:cubicBezTo>
                    <a:cubicBezTo>
                      <a:pt x="2124236" y="11430"/>
                      <a:pt x="2116616" y="7620"/>
                      <a:pt x="2108996" y="6350"/>
                    </a:cubicBezTo>
                    <a:cubicBezTo>
                      <a:pt x="2100106" y="5080"/>
                      <a:pt x="2092486" y="6350"/>
                      <a:pt x="2083596" y="5080"/>
                    </a:cubicBezTo>
                    <a:cubicBezTo>
                      <a:pt x="2082326" y="5080"/>
                      <a:pt x="2081056" y="3810"/>
                      <a:pt x="2079786" y="2540"/>
                    </a:cubicBezTo>
                    <a:cubicBezTo>
                      <a:pt x="2077246" y="-1270"/>
                      <a:pt x="2072166" y="0"/>
                      <a:pt x="2069626" y="1270"/>
                    </a:cubicBezTo>
                    <a:cubicBezTo>
                      <a:pt x="2065816" y="3810"/>
                      <a:pt x="2064546" y="7620"/>
                      <a:pt x="2062006" y="11430"/>
                    </a:cubicBezTo>
                    <a:cubicBezTo>
                      <a:pt x="2055656" y="12700"/>
                      <a:pt x="2046766" y="13970"/>
                      <a:pt x="2040416" y="17780"/>
                    </a:cubicBezTo>
                    <a:cubicBezTo>
                      <a:pt x="2035336" y="20320"/>
                      <a:pt x="2032796" y="21590"/>
                      <a:pt x="2028986" y="19050"/>
                    </a:cubicBezTo>
                    <a:lnTo>
                      <a:pt x="2027716" y="20320"/>
                    </a:lnTo>
                    <a:cubicBezTo>
                      <a:pt x="2030256" y="22860"/>
                      <a:pt x="2031526" y="26670"/>
                      <a:pt x="2034066" y="29210"/>
                    </a:cubicBezTo>
                    <a:cubicBezTo>
                      <a:pt x="2030256" y="30480"/>
                      <a:pt x="2025176" y="33020"/>
                      <a:pt x="2022636" y="31750"/>
                    </a:cubicBezTo>
                    <a:cubicBezTo>
                      <a:pt x="2016286" y="30480"/>
                      <a:pt x="2013746" y="33020"/>
                      <a:pt x="2008666" y="35560"/>
                    </a:cubicBezTo>
                    <a:cubicBezTo>
                      <a:pt x="2003586" y="39370"/>
                      <a:pt x="1997236" y="41910"/>
                      <a:pt x="1992156" y="44450"/>
                    </a:cubicBezTo>
                    <a:cubicBezTo>
                      <a:pt x="1990886" y="44450"/>
                      <a:pt x="1989616" y="44450"/>
                      <a:pt x="1988346" y="43180"/>
                    </a:cubicBezTo>
                    <a:cubicBezTo>
                      <a:pt x="1987076" y="43180"/>
                      <a:pt x="1985806" y="41910"/>
                      <a:pt x="1985806" y="41910"/>
                    </a:cubicBezTo>
                    <a:cubicBezTo>
                      <a:pt x="1979456" y="44450"/>
                      <a:pt x="1973106" y="46990"/>
                      <a:pt x="1966756" y="44450"/>
                    </a:cubicBezTo>
                    <a:cubicBezTo>
                      <a:pt x="1965486" y="44450"/>
                      <a:pt x="1965486" y="45720"/>
                      <a:pt x="1964216" y="45720"/>
                    </a:cubicBezTo>
                    <a:cubicBezTo>
                      <a:pt x="1956596" y="48260"/>
                      <a:pt x="1951516" y="57150"/>
                      <a:pt x="1941356" y="57150"/>
                    </a:cubicBezTo>
                    <a:cubicBezTo>
                      <a:pt x="1933736" y="57150"/>
                      <a:pt x="1926116" y="63500"/>
                      <a:pt x="1918496" y="63500"/>
                    </a:cubicBezTo>
                    <a:cubicBezTo>
                      <a:pt x="1909606" y="64770"/>
                      <a:pt x="1901986" y="67310"/>
                      <a:pt x="1894366" y="71120"/>
                    </a:cubicBezTo>
                    <a:cubicBezTo>
                      <a:pt x="1891826" y="72390"/>
                      <a:pt x="1889286" y="72390"/>
                      <a:pt x="1888016" y="72390"/>
                    </a:cubicBezTo>
                    <a:cubicBezTo>
                      <a:pt x="1881666" y="69850"/>
                      <a:pt x="1877856" y="73660"/>
                      <a:pt x="1875316" y="77470"/>
                    </a:cubicBezTo>
                    <a:cubicBezTo>
                      <a:pt x="1868966" y="86360"/>
                      <a:pt x="1858806" y="88900"/>
                      <a:pt x="1849916" y="91440"/>
                    </a:cubicBezTo>
                    <a:cubicBezTo>
                      <a:pt x="1838486" y="93980"/>
                      <a:pt x="1827056" y="95250"/>
                      <a:pt x="1815626" y="96520"/>
                    </a:cubicBezTo>
                    <a:cubicBezTo>
                      <a:pt x="1814356" y="96520"/>
                      <a:pt x="1813086" y="100330"/>
                      <a:pt x="1810546" y="101600"/>
                    </a:cubicBezTo>
                    <a:cubicBezTo>
                      <a:pt x="1809276" y="101600"/>
                      <a:pt x="1808006" y="100330"/>
                      <a:pt x="1808006" y="100330"/>
                    </a:cubicBezTo>
                    <a:cubicBezTo>
                      <a:pt x="1801656" y="107950"/>
                      <a:pt x="1797846" y="119380"/>
                      <a:pt x="1785146" y="118110"/>
                    </a:cubicBezTo>
                    <a:lnTo>
                      <a:pt x="1783876" y="118110"/>
                    </a:lnTo>
                    <a:cubicBezTo>
                      <a:pt x="1773716" y="124460"/>
                      <a:pt x="1763556" y="121920"/>
                      <a:pt x="1754666" y="119380"/>
                    </a:cubicBezTo>
                    <a:cubicBezTo>
                      <a:pt x="1752126" y="119380"/>
                      <a:pt x="1748316" y="116840"/>
                      <a:pt x="1747046" y="114300"/>
                    </a:cubicBezTo>
                    <a:cubicBezTo>
                      <a:pt x="1743236" y="106680"/>
                      <a:pt x="1733076" y="104140"/>
                      <a:pt x="1725456" y="106680"/>
                    </a:cubicBezTo>
                    <a:cubicBezTo>
                      <a:pt x="1719106" y="109220"/>
                      <a:pt x="1712756" y="110490"/>
                      <a:pt x="1706406" y="113030"/>
                    </a:cubicBezTo>
                    <a:cubicBezTo>
                      <a:pt x="1696246" y="115570"/>
                      <a:pt x="1687356" y="116840"/>
                      <a:pt x="1677196" y="111760"/>
                    </a:cubicBezTo>
                    <a:cubicBezTo>
                      <a:pt x="1667036" y="106680"/>
                      <a:pt x="1659416" y="110490"/>
                      <a:pt x="1654336" y="121920"/>
                    </a:cubicBezTo>
                    <a:cubicBezTo>
                      <a:pt x="1650526" y="129540"/>
                      <a:pt x="1640366" y="130810"/>
                      <a:pt x="1634016" y="124460"/>
                    </a:cubicBezTo>
                    <a:cubicBezTo>
                      <a:pt x="1630206" y="120650"/>
                      <a:pt x="1627666" y="121920"/>
                      <a:pt x="1623856" y="124460"/>
                    </a:cubicBezTo>
                    <a:lnTo>
                      <a:pt x="1616236" y="132080"/>
                    </a:lnTo>
                    <a:cubicBezTo>
                      <a:pt x="1614966" y="133350"/>
                      <a:pt x="1612426" y="133350"/>
                      <a:pt x="1611156" y="133350"/>
                    </a:cubicBezTo>
                    <a:lnTo>
                      <a:pt x="1603536" y="133350"/>
                    </a:lnTo>
                    <a:cubicBezTo>
                      <a:pt x="1598456" y="133350"/>
                      <a:pt x="1593376" y="132080"/>
                      <a:pt x="1588296" y="130810"/>
                    </a:cubicBezTo>
                    <a:cubicBezTo>
                      <a:pt x="1581946" y="129540"/>
                      <a:pt x="1576866" y="125730"/>
                      <a:pt x="1570516" y="124460"/>
                    </a:cubicBezTo>
                    <a:cubicBezTo>
                      <a:pt x="1560356" y="123190"/>
                      <a:pt x="1557816" y="114300"/>
                      <a:pt x="1554006" y="107950"/>
                    </a:cubicBezTo>
                    <a:cubicBezTo>
                      <a:pt x="1551466" y="104140"/>
                      <a:pt x="1546386" y="99060"/>
                      <a:pt x="1541306" y="100330"/>
                    </a:cubicBezTo>
                    <a:cubicBezTo>
                      <a:pt x="1536226" y="102870"/>
                      <a:pt x="1531146" y="100330"/>
                      <a:pt x="1527336" y="99060"/>
                    </a:cubicBezTo>
                    <a:cubicBezTo>
                      <a:pt x="1526066" y="99060"/>
                      <a:pt x="1523526" y="97790"/>
                      <a:pt x="1522256" y="97790"/>
                    </a:cubicBezTo>
                    <a:cubicBezTo>
                      <a:pt x="1513366" y="95250"/>
                      <a:pt x="1507016" y="100330"/>
                      <a:pt x="1500666" y="106680"/>
                    </a:cubicBezTo>
                    <a:lnTo>
                      <a:pt x="1495586" y="111760"/>
                    </a:lnTo>
                    <a:cubicBezTo>
                      <a:pt x="1494316" y="113030"/>
                      <a:pt x="1494316" y="115570"/>
                      <a:pt x="1493046" y="116840"/>
                    </a:cubicBezTo>
                    <a:cubicBezTo>
                      <a:pt x="1485426" y="123190"/>
                      <a:pt x="1477806" y="120650"/>
                      <a:pt x="1468916" y="116840"/>
                    </a:cubicBezTo>
                    <a:cubicBezTo>
                      <a:pt x="1461296" y="113030"/>
                      <a:pt x="1452406" y="116840"/>
                      <a:pt x="1449866" y="124460"/>
                    </a:cubicBezTo>
                    <a:cubicBezTo>
                      <a:pt x="1448596" y="129540"/>
                      <a:pt x="1447326" y="133350"/>
                      <a:pt x="1440976" y="135890"/>
                    </a:cubicBezTo>
                    <a:cubicBezTo>
                      <a:pt x="1434626" y="139700"/>
                      <a:pt x="1427006" y="142240"/>
                      <a:pt x="1425736" y="151130"/>
                    </a:cubicBezTo>
                    <a:cubicBezTo>
                      <a:pt x="1425736" y="152400"/>
                      <a:pt x="1424466" y="153670"/>
                      <a:pt x="1423196" y="153670"/>
                    </a:cubicBezTo>
                    <a:cubicBezTo>
                      <a:pt x="1419386" y="154940"/>
                      <a:pt x="1416846" y="156210"/>
                      <a:pt x="1413036" y="157480"/>
                    </a:cubicBezTo>
                    <a:lnTo>
                      <a:pt x="1401606" y="157480"/>
                    </a:lnTo>
                    <a:cubicBezTo>
                      <a:pt x="1393986" y="156210"/>
                      <a:pt x="1386366" y="153670"/>
                      <a:pt x="1378746" y="152400"/>
                    </a:cubicBezTo>
                    <a:cubicBezTo>
                      <a:pt x="1369856" y="151130"/>
                      <a:pt x="1362236" y="156210"/>
                      <a:pt x="1353346" y="157480"/>
                    </a:cubicBezTo>
                    <a:lnTo>
                      <a:pt x="1352076" y="158750"/>
                    </a:lnTo>
                    <a:cubicBezTo>
                      <a:pt x="1349536" y="162560"/>
                      <a:pt x="1345726" y="161290"/>
                      <a:pt x="1343186" y="158750"/>
                    </a:cubicBezTo>
                    <a:cubicBezTo>
                      <a:pt x="1338106" y="153670"/>
                      <a:pt x="1329216" y="152400"/>
                      <a:pt x="1322866" y="154940"/>
                    </a:cubicBezTo>
                    <a:cubicBezTo>
                      <a:pt x="1315246" y="158750"/>
                      <a:pt x="1307626" y="161290"/>
                      <a:pt x="1300006" y="163830"/>
                    </a:cubicBezTo>
                    <a:cubicBezTo>
                      <a:pt x="1297466" y="163830"/>
                      <a:pt x="1294926" y="162560"/>
                      <a:pt x="1293656" y="162560"/>
                    </a:cubicBezTo>
                    <a:cubicBezTo>
                      <a:pt x="1291116" y="162560"/>
                      <a:pt x="1287306" y="161290"/>
                      <a:pt x="1286036" y="162560"/>
                    </a:cubicBezTo>
                    <a:cubicBezTo>
                      <a:pt x="1275876" y="170180"/>
                      <a:pt x="1265716" y="167640"/>
                      <a:pt x="1256826" y="162560"/>
                    </a:cubicBezTo>
                    <a:cubicBezTo>
                      <a:pt x="1251746" y="160020"/>
                      <a:pt x="1244126" y="157480"/>
                      <a:pt x="1241586" y="149860"/>
                    </a:cubicBezTo>
                    <a:cubicBezTo>
                      <a:pt x="1240316" y="144780"/>
                      <a:pt x="1235236" y="139700"/>
                      <a:pt x="1231426" y="135890"/>
                    </a:cubicBezTo>
                    <a:cubicBezTo>
                      <a:pt x="1225076" y="129540"/>
                      <a:pt x="1218726" y="120650"/>
                      <a:pt x="1207296" y="120650"/>
                    </a:cubicBezTo>
                    <a:cubicBezTo>
                      <a:pt x="1204756" y="120650"/>
                      <a:pt x="1202216" y="115570"/>
                      <a:pt x="1200946" y="116840"/>
                    </a:cubicBezTo>
                    <a:cubicBezTo>
                      <a:pt x="1195866" y="118110"/>
                      <a:pt x="1195866" y="115570"/>
                      <a:pt x="1193326" y="113030"/>
                    </a:cubicBezTo>
                    <a:cubicBezTo>
                      <a:pt x="1190786" y="110490"/>
                      <a:pt x="1186976" y="107950"/>
                      <a:pt x="1184436" y="104140"/>
                    </a:cubicBezTo>
                    <a:cubicBezTo>
                      <a:pt x="1180626" y="99060"/>
                      <a:pt x="1176816" y="92710"/>
                      <a:pt x="1173006" y="87630"/>
                    </a:cubicBezTo>
                    <a:cubicBezTo>
                      <a:pt x="1169196" y="82550"/>
                      <a:pt x="1166656" y="76200"/>
                      <a:pt x="1162846" y="71120"/>
                    </a:cubicBezTo>
                    <a:cubicBezTo>
                      <a:pt x="1161576" y="69850"/>
                      <a:pt x="1157766" y="68580"/>
                      <a:pt x="1156496" y="69850"/>
                    </a:cubicBezTo>
                    <a:lnTo>
                      <a:pt x="1141256" y="77470"/>
                    </a:lnTo>
                    <a:cubicBezTo>
                      <a:pt x="1138716" y="78740"/>
                      <a:pt x="1137446" y="81280"/>
                      <a:pt x="1136176" y="83820"/>
                    </a:cubicBezTo>
                    <a:lnTo>
                      <a:pt x="1134906" y="82550"/>
                    </a:lnTo>
                    <a:cubicBezTo>
                      <a:pt x="1136176" y="78740"/>
                      <a:pt x="1137446" y="74930"/>
                      <a:pt x="1138716" y="73660"/>
                    </a:cubicBezTo>
                    <a:lnTo>
                      <a:pt x="1123476" y="69850"/>
                    </a:lnTo>
                    <a:cubicBezTo>
                      <a:pt x="1119666" y="68580"/>
                      <a:pt x="1113316" y="68580"/>
                      <a:pt x="1110776" y="68580"/>
                    </a:cubicBezTo>
                    <a:lnTo>
                      <a:pt x="1090456" y="68580"/>
                    </a:lnTo>
                    <a:cubicBezTo>
                      <a:pt x="1082836" y="68580"/>
                      <a:pt x="1076486" y="67310"/>
                      <a:pt x="1068866" y="68580"/>
                    </a:cubicBezTo>
                    <a:cubicBezTo>
                      <a:pt x="1063786" y="69850"/>
                      <a:pt x="1059976" y="67310"/>
                      <a:pt x="1056166" y="64770"/>
                    </a:cubicBezTo>
                    <a:cubicBezTo>
                      <a:pt x="1046006" y="57150"/>
                      <a:pt x="1035846" y="48260"/>
                      <a:pt x="1021876" y="52070"/>
                    </a:cubicBezTo>
                    <a:cubicBezTo>
                      <a:pt x="1020606" y="52070"/>
                      <a:pt x="1018066" y="50800"/>
                      <a:pt x="1016796" y="49530"/>
                    </a:cubicBezTo>
                    <a:cubicBezTo>
                      <a:pt x="1012986" y="48260"/>
                      <a:pt x="1010446" y="45720"/>
                      <a:pt x="1005366" y="43180"/>
                    </a:cubicBezTo>
                    <a:cubicBezTo>
                      <a:pt x="1005366" y="46990"/>
                      <a:pt x="1005366" y="48260"/>
                      <a:pt x="1006636" y="50800"/>
                    </a:cubicBezTo>
                    <a:cubicBezTo>
                      <a:pt x="1004096" y="53340"/>
                      <a:pt x="1002826" y="52070"/>
                      <a:pt x="1001556" y="50800"/>
                    </a:cubicBezTo>
                    <a:cubicBezTo>
                      <a:pt x="1000286" y="52070"/>
                      <a:pt x="999016" y="54610"/>
                      <a:pt x="997746" y="54610"/>
                    </a:cubicBezTo>
                    <a:cubicBezTo>
                      <a:pt x="991396" y="57150"/>
                      <a:pt x="985046" y="58420"/>
                      <a:pt x="978696" y="60960"/>
                    </a:cubicBezTo>
                    <a:cubicBezTo>
                      <a:pt x="976156" y="62230"/>
                      <a:pt x="973616" y="63500"/>
                      <a:pt x="972346" y="64770"/>
                    </a:cubicBezTo>
                    <a:cubicBezTo>
                      <a:pt x="967266" y="68580"/>
                      <a:pt x="963456" y="74930"/>
                      <a:pt x="954566" y="73660"/>
                    </a:cubicBezTo>
                    <a:cubicBezTo>
                      <a:pt x="953296" y="73660"/>
                      <a:pt x="950756" y="76200"/>
                      <a:pt x="948216" y="76200"/>
                    </a:cubicBezTo>
                    <a:cubicBezTo>
                      <a:pt x="945676" y="77470"/>
                      <a:pt x="941866" y="77470"/>
                      <a:pt x="939326" y="78740"/>
                    </a:cubicBezTo>
                    <a:lnTo>
                      <a:pt x="936786" y="78740"/>
                    </a:lnTo>
                    <a:cubicBezTo>
                      <a:pt x="929166" y="81280"/>
                      <a:pt x="922816" y="83820"/>
                      <a:pt x="915196" y="85090"/>
                    </a:cubicBezTo>
                    <a:lnTo>
                      <a:pt x="910116" y="85090"/>
                    </a:lnTo>
                    <a:cubicBezTo>
                      <a:pt x="903766" y="85090"/>
                      <a:pt x="898686" y="83820"/>
                      <a:pt x="892336" y="83820"/>
                    </a:cubicBezTo>
                    <a:cubicBezTo>
                      <a:pt x="885986" y="83820"/>
                      <a:pt x="879636" y="86360"/>
                      <a:pt x="873286" y="86360"/>
                    </a:cubicBezTo>
                    <a:cubicBezTo>
                      <a:pt x="865666" y="86360"/>
                      <a:pt x="856776" y="86360"/>
                      <a:pt x="850426" y="81280"/>
                    </a:cubicBezTo>
                    <a:cubicBezTo>
                      <a:pt x="849156" y="80010"/>
                      <a:pt x="845346" y="80010"/>
                      <a:pt x="842806" y="81280"/>
                    </a:cubicBezTo>
                    <a:cubicBezTo>
                      <a:pt x="833916" y="82550"/>
                      <a:pt x="825026" y="83820"/>
                      <a:pt x="817406" y="86360"/>
                    </a:cubicBezTo>
                    <a:cubicBezTo>
                      <a:pt x="809786" y="88900"/>
                      <a:pt x="805976" y="86360"/>
                      <a:pt x="803436" y="80010"/>
                    </a:cubicBezTo>
                    <a:cubicBezTo>
                      <a:pt x="802166" y="77470"/>
                      <a:pt x="799626" y="74930"/>
                      <a:pt x="797086" y="72390"/>
                    </a:cubicBezTo>
                    <a:cubicBezTo>
                      <a:pt x="793276" y="69850"/>
                      <a:pt x="789466" y="66040"/>
                      <a:pt x="785656" y="66040"/>
                    </a:cubicBezTo>
                    <a:cubicBezTo>
                      <a:pt x="776766" y="66040"/>
                      <a:pt x="771686" y="60960"/>
                      <a:pt x="765336" y="57150"/>
                    </a:cubicBezTo>
                    <a:cubicBezTo>
                      <a:pt x="755176" y="50800"/>
                      <a:pt x="746286" y="43180"/>
                      <a:pt x="733586" y="44450"/>
                    </a:cubicBezTo>
                    <a:lnTo>
                      <a:pt x="733586" y="38100"/>
                    </a:lnTo>
                    <a:cubicBezTo>
                      <a:pt x="736126" y="38100"/>
                      <a:pt x="738666" y="38100"/>
                      <a:pt x="741206" y="36830"/>
                    </a:cubicBezTo>
                    <a:cubicBezTo>
                      <a:pt x="737396" y="34290"/>
                      <a:pt x="737396" y="30480"/>
                      <a:pt x="734856" y="27940"/>
                    </a:cubicBezTo>
                    <a:cubicBezTo>
                      <a:pt x="729776" y="24130"/>
                      <a:pt x="724696" y="22860"/>
                      <a:pt x="719616" y="20320"/>
                    </a:cubicBezTo>
                    <a:cubicBezTo>
                      <a:pt x="715806" y="19050"/>
                      <a:pt x="710726" y="19050"/>
                      <a:pt x="713266" y="25400"/>
                    </a:cubicBezTo>
                    <a:cubicBezTo>
                      <a:pt x="706916" y="26670"/>
                      <a:pt x="701836" y="26670"/>
                      <a:pt x="699296" y="29210"/>
                    </a:cubicBezTo>
                    <a:cubicBezTo>
                      <a:pt x="694216" y="33020"/>
                      <a:pt x="689136" y="30480"/>
                      <a:pt x="685326" y="27940"/>
                    </a:cubicBezTo>
                    <a:cubicBezTo>
                      <a:pt x="682786" y="26670"/>
                      <a:pt x="680246" y="25400"/>
                      <a:pt x="677706" y="26670"/>
                    </a:cubicBezTo>
                    <a:cubicBezTo>
                      <a:pt x="662466" y="34290"/>
                      <a:pt x="647226" y="30480"/>
                      <a:pt x="631986" y="30480"/>
                    </a:cubicBezTo>
                    <a:cubicBezTo>
                      <a:pt x="629446" y="30480"/>
                      <a:pt x="626906" y="29210"/>
                      <a:pt x="623096" y="29210"/>
                    </a:cubicBezTo>
                    <a:cubicBezTo>
                      <a:pt x="618016" y="27940"/>
                      <a:pt x="614206" y="25400"/>
                      <a:pt x="609126" y="24130"/>
                    </a:cubicBezTo>
                    <a:cubicBezTo>
                      <a:pt x="604046" y="22860"/>
                      <a:pt x="597696" y="21590"/>
                      <a:pt x="592616" y="20320"/>
                    </a:cubicBezTo>
                    <a:lnTo>
                      <a:pt x="588806" y="20320"/>
                    </a:lnTo>
                    <a:cubicBezTo>
                      <a:pt x="579916" y="20320"/>
                      <a:pt x="571026" y="21590"/>
                      <a:pt x="563406" y="21590"/>
                    </a:cubicBezTo>
                    <a:cubicBezTo>
                      <a:pt x="557056" y="21590"/>
                      <a:pt x="550706" y="19050"/>
                      <a:pt x="543086" y="17780"/>
                    </a:cubicBezTo>
                    <a:cubicBezTo>
                      <a:pt x="541816" y="7620"/>
                      <a:pt x="531656" y="10160"/>
                      <a:pt x="525306" y="5080"/>
                    </a:cubicBezTo>
                    <a:cubicBezTo>
                      <a:pt x="524036" y="3810"/>
                      <a:pt x="521496" y="5080"/>
                      <a:pt x="520226" y="5080"/>
                    </a:cubicBezTo>
                    <a:cubicBezTo>
                      <a:pt x="512606" y="3810"/>
                      <a:pt x="507526" y="7620"/>
                      <a:pt x="504986" y="13970"/>
                    </a:cubicBezTo>
                    <a:cubicBezTo>
                      <a:pt x="501176" y="20320"/>
                      <a:pt x="491016" y="22860"/>
                      <a:pt x="494826" y="33020"/>
                    </a:cubicBezTo>
                    <a:cubicBezTo>
                      <a:pt x="496096" y="34290"/>
                      <a:pt x="498636" y="35560"/>
                      <a:pt x="499906" y="38100"/>
                    </a:cubicBezTo>
                    <a:cubicBezTo>
                      <a:pt x="499906" y="41910"/>
                      <a:pt x="498636" y="44450"/>
                      <a:pt x="494826" y="43180"/>
                    </a:cubicBezTo>
                    <a:cubicBezTo>
                      <a:pt x="493556" y="43180"/>
                      <a:pt x="492286" y="45720"/>
                      <a:pt x="491016" y="46990"/>
                    </a:cubicBezTo>
                    <a:cubicBezTo>
                      <a:pt x="489746" y="48260"/>
                      <a:pt x="489746" y="50800"/>
                      <a:pt x="488476" y="50800"/>
                    </a:cubicBezTo>
                    <a:cubicBezTo>
                      <a:pt x="480856" y="53340"/>
                      <a:pt x="475776" y="59690"/>
                      <a:pt x="466886" y="58420"/>
                    </a:cubicBezTo>
                    <a:lnTo>
                      <a:pt x="464346" y="58420"/>
                    </a:lnTo>
                    <a:cubicBezTo>
                      <a:pt x="456726" y="64770"/>
                      <a:pt x="449106" y="63500"/>
                      <a:pt x="440216" y="62230"/>
                    </a:cubicBezTo>
                    <a:cubicBezTo>
                      <a:pt x="436406" y="60960"/>
                      <a:pt x="431326" y="62230"/>
                      <a:pt x="426246" y="62230"/>
                    </a:cubicBezTo>
                    <a:cubicBezTo>
                      <a:pt x="422436" y="62230"/>
                      <a:pt x="418626" y="62230"/>
                      <a:pt x="414816" y="59690"/>
                    </a:cubicBezTo>
                    <a:cubicBezTo>
                      <a:pt x="409736" y="57150"/>
                      <a:pt x="404656" y="53340"/>
                      <a:pt x="399576" y="50800"/>
                    </a:cubicBezTo>
                    <a:cubicBezTo>
                      <a:pt x="394496" y="48260"/>
                      <a:pt x="388146" y="48260"/>
                      <a:pt x="388146" y="39370"/>
                    </a:cubicBezTo>
                    <a:cubicBezTo>
                      <a:pt x="388146" y="38100"/>
                      <a:pt x="385606" y="36830"/>
                      <a:pt x="385606" y="35560"/>
                    </a:cubicBezTo>
                    <a:cubicBezTo>
                      <a:pt x="376716" y="43180"/>
                      <a:pt x="369096" y="49530"/>
                      <a:pt x="361476" y="55880"/>
                    </a:cubicBezTo>
                    <a:cubicBezTo>
                      <a:pt x="357666" y="59690"/>
                      <a:pt x="352586" y="64770"/>
                      <a:pt x="355126" y="71120"/>
                    </a:cubicBezTo>
                    <a:cubicBezTo>
                      <a:pt x="355126" y="72390"/>
                      <a:pt x="353856" y="73660"/>
                      <a:pt x="353856" y="74930"/>
                    </a:cubicBezTo>
                    <a:cubicBezTo>
                      <a:pt x="352586" y="77470"/>
                      <a:pt x="351316" y="80010"/>
                      <a:pt x="348776" y="81280"/>
                    </a:cubicBezTo>
                    <a:cubicBezTo>
                      <a:pt x="346236" y="85090"/>
                      <a:pt x="343696" y="88900"/>
                      <a:pt x="341156" y="93980"/>
                    </a:cubicBezTo>
                    <a:lnTo>
                      <a:pt x="333536" y="101600"/>
                    </a:lnTo>
                    <a:cubicBezTo>
                      <a:pt x="330996" y="105410"/>
                      <a:pt x="328456" y="109220"/>
                      <a:pt x="324646" y="111760"/>
                    </a:cubicBezTo>
                    <a:cubicBezTo>
                      <a:pt x="315756" y="119380"/>
                      <a:pt x="306866" y="127000"/>
                      <a:pt x="296706" y="134620"/>
                    </a:cubicBezTo>
                    <a:cubicBezTo>
                      <a:pt x="291626" y="139700"/>
                      <a:pt x="285276" y="143510"/>
                      <a:pt x="280196" y="148590"/>
                    </a:cubicBezTo>
                    <a:cubicBezTo>
                      <a:pt x="271306" y="156210"/>
                      <a:pt x="261146" y="162560"/>
                      <a:pt x="256066" y="173990"/>
                    </a:cubicBezTo>
                    <a:cubicBezTo>
                      <a:pt x="256066" y="175260"/>
                      <a:pt x="253526" y="176530"/>
                      <a:pt x="252256" y="177800"/>
                    </a:cubicBezTo>
                    <a:cubicBezTo>
                      <a:pt x="245906" y="182880"/>
                      <a:pt x="235746" y="182880"/>
                      <a:pt x="235746" y="193040"/>
                    </a:cubicBezTo>
                    <a:cubicBezTo>
                      <a:pt x="225586" y="193040"/>
                      <a:pt x="220506" y="200660"/>
                      <a:pt x="215426" y="207010"/>
                    </a:cubicBezTo>
                    <a:cubicBezTo>
                      <a:pt x="211616" y="212090"/>
                      <a:pt x="207806" y="218440"/>
                      <a:pt x="202726" y="222250"/>
                    </a:cubicBezTo>
                    <a:cubicBezTo>
                      <a:pt x="197646" y="224790"/>
                      <a:pt x="191296" y="223520"/>
                      <a:pt x="184946" y="223520"/>
                    </a:cubicBezTo>
                    <a:cubicBezTo>
                      <a:pt x="182406" y="223520"/>
                      <a:pt x="179866" y="223520"/>
                      <a:pt x="179866" y="224790"/>
                    </a:cubicBezTo>
                    <a:cubicBezTo>
                      <a:pt x="174786" y="229870"/>
                      <a:pt x="168436" y="233680"/>
                      <a:pt x="164626" y="240030"/>
                    </a:cubicBezTo>
                    <a:cubicBezTo>
                      <a:pt x="160816" y="246380"/>
                      <a:pt x="157006" y="250190"/>
                      <a:pt x="150656" y="251460"/>
                    </a:cubicBezTo>
                    <a:cubicBezTo>
                      <a:pt x="144306" y="252730"/>
                      <a:pt x="137956" y="259080"/>
                      <a:pt x="129066" y="255270"/>
                    </a:cubicBezTo>
                    <a:cubicBezTo>
                      <a:pt x="121446" y="252730"/>
                      <a:pt x="112556" y="255270"/>
                      <a:pt x="107476" y="250190"/>
                    </a:cubicBezTo>
                    <a:cubicBezTo>
                      <a:pt x="97316" y="251460"/>
                      <a:pt x="89696" y="254000"/>
                      <a:pt x="80806" y="255270"/>
                    </a:cubicBezTo>
                    <a:cubicBezTo>
                      <a:pt x="70646" y="257810"/>
                      <a:pt x="59216" y="256540"/>
                      <a:pt x="50326" y="264160"/>
                    </a:cubicBezTo>
                    <a:cubicBezTo>
                      <a:pt x="42706" y="270510"/>
                      <a:pt x="36356" y="276860"/>
                      <a:pt x="24926" y="275590"/>
                    </a:cubicBezTo>
                    <a:cubicBezTo>
                      <a:pt x="26196" y="283210"/>
                      <a:pt x="27466" y="289560"/>
                      <a:pt x="28736" y="297180"/>
                    </a:cubicBezTo>
                    <a:cubicBezTo>
                      <a:pt x="31276" y="317500"/>
                      <a:pt x="33816" y="337820"/>
                      <a:pt x="35086" y="358140"/>
                    </a:cubicBezTo>
                    <a:cubicBezTo>
                      <a:pt x="38896" y="383540"/>
                      <a:pt x="40166" y="407670"/>
                      <a:pt x="37626" y="431800"/>
                    </a:cubicBezTo>
                    <a:cubicBezTo>
                      <a:pt x="35086" y="466090"/>
                      <a:pt x="23656" y="1639570"/>
                      <a:pt x="12226" y="1671320"/>
                    </a:cubicBezTo>
                    <a:lnTo>
                      <a:pt x="796" y="1697990"/>
                    </a:lnTo>
                    <a:cubicBezTo>
                      <a:pt x="-1744" y="1704340"/>
                      <a:pt x="2066" y="1708150"/>
                      <a:pt x="8416" y="1709420"/>
                    </a:cubicBezTo>
                    <a:cubicBezTo>
                      <a:pt x="16036" y="1710690"/>
                      <a:pt x="18576" y="1715770"/>
                      <a:pt x="21116" y="1722120"/>
                    </a:cubicBezTo>
                    <a:cubicBezTo>
                      <a:pt x="23656" y="1732280"/>
                      <a:pt x="19846" y="1742440"/>
                      <a:pt x="24926" y="1752600"/>
                    </a:cubicBezTo>
                    <a:cubicBezTo>
                      <a:pt x="27466" y="1757680"/>
                      <a:pt x="24926" y="1766570"/>
                      <a:pt x="23656" y="1774190"/>
                    </a:cubicBezTo>
                    <a:cubicBezTo>
                      <a:pt x="22386" y="1784350"/>
                      <a:pt x="24926" y="1794510"/>
                      <a:pt x="28736" y="1803400"/>
                    </a:cubicBezTo>
                    <a:cubicBezTo>
                      <a:pt x="37626" y="1818640"/>
                      <a:pt x="38896" y="1836420"/>
                      <a:pt x="38896" y="1852930"/>
                    </a:cubicBezTo>
                    <a:cubicBezTo>
                      <a:pt x="38896" y="1856740"/>
                      <a:pt x="40166" y="1860550"/>
                      <a:pt x="41436" y="1863090"/>
                    </a:cubicBezTo>
                    <a:cubicBezTo>
                      <a:pt x="43976" y="1865630"/>
                      <a:pt x="49056" y="1868170"/>
                      <a:pt x="54136" y="1869440"/>
                    </a:cubicBezTo>
                    <a:lnTo>
                      <a:pt x="84616" y="1884680"/>
                    </a:lnTo>
                    <a:cubicBezTo>
                      <a:pt x="98586" y="1892300"/>
                      <a:pt x="110016" y="1891030"/>
                      <a:pt x="122716" y="1882140"/>
                    </a:cubicBezTo>
                    <a:cubicBezTo>
                      <a:pt x="123986" y="1880870"/>
                      <a:pt x="127796" y="1879600"/>
                      <a:pt x="129066" y="1879600"/>
                    </a:cubicBezTo>
                    <a:cubicBezTo>
                      <a:pt x="137956" y="1880870"/>
                      <a:pt x="146846" y="1880870"/>
                      <a:pt x="154466" y="1888490"/>
                    </a:cubicBezTo>
                    <a:cubicBezTo>
                      <a:pt x="163356" y="1896110"/>
                      <a:pt x="176056" y="1901190"/>
                      <a:pt x="186216" y="1907540"/>
                    </a:cubicBezTo>
                    <a:cubicBezTo>
                      <a:pt x="192566" y="1911350"/>
                      <a:pt x="200186" y="1916430"/>
                      <a:pt x="203996" y="1921510"/>
                    </a:cubicBezTo>
                    <a:cubicBezTo>
                      <a:pt x="206536" y="1924050"/>
                      <a:pt x="209076" y="1926590"/>
                      <a:pt x="211616" y="1927860"/>
                    </a:cubicBezTo>
                    <a:cubicBezTo>
                      <a:pt x="225586" y="1932940"/>
                      <a:pt x="233206" y="1945640"/>
                      <a:pt x="242096" y="1955800"/>
                    </a:cubicBezTo>
                    <a:cubicBezTo>
                      <a:pt x="249716" y="1964690"/>
                      <a:pt x="259876" y="1969770"/>
                      <a:pt x="271306" y="1971040"/>
                    </a:cubicBezTo>
                    <a:cubicBezTo>
                      <a:pt x="284006" y="1973580"/>
                      <a:pt x="296706" y="1974850"/>
                      <a:pt x="309406" y="1977390"/>
                    </a:cubicBezTo>
                    <a:cubicBezTo>
                      <a:pt x="314486" y="1978660"/>
                      <a:pt x="320836" y="1979930"/>
                      <a:pt x="325916" y="1982470"/>
                    </a:cubicBezTo>
                    <a:cubicBezTo>
                      <a:pt x="332266" y="1985010"/>
                      <a:pt x="338616" y="1985010"/>
                      <a:pt x="343696" y="1988820"/>
                    </a:cubicBezTo>
                    <a:cubicBezTo>
                      <a:pt x="351316" y="1995170"/>
                      <a:pt x="358936" y="1998980"/>
                      <a:pt x="369096" y="1996440"/>
                    </a:cubicBezTo>
                    <a:cubicBezTo>
                      <a:pt x="372906" y="1995170"/>
                      <a:pt x="377986" y="1997710"/>
                      <a:pt x="381796" y="1998980"/>
                    </a:cubicBezTo>
                    <a:cubicBezTo>
                      <a:pt x="383066" y="1998980"/>
                      <a:pt x="384336" y="2000250"/>
                      <a:pt x="385606" y="2000250"/>
                    </a:cubicBezTo>
                    <a:cubicBezTo>
                      <a:pt x="399576" y="2001520"/>
                      <a:pt x="412276" y="1998980"/>
                      <a:pt x="424976" y="1996440"/>
                    </a:cubicBezTo>
                    <a:cubicBezTo>
                      <a:pt x="430056" y="1995170"/>
                      <a:pt x="435136" y="1993900"/>
                      <a:pt x="440216" y="1991360"/>
                    </a:cubicBezTo>
                    <a:cubicBezTo>
                      <a:pt x="454186" y="1985010"/>
                      <a:pt x="468156" y="1978660"/>
                      <a:pt x="480856" y="1971040"/>
                    </a:cubicBezTo>
                    <a:cubicBezTo>
                      <a:pt x="489746" y="1965960"/>
                      <a:pt x="498636" y="1960880"/>
                      <a:pt x="508796" y="1965960"/>
                    </a:cubicBezTo>
                    <a:lnTo>
                      <a:pt x="513876" y="1965960"/>
                    </a:lnTo>
                    <a:cubicBezTo>
                      <a:pt x="522766" y="1965960"/>
                      <a:pt x="531656" y="1964690"/>
                      <a:pt x="539276" y="1963420"/>
                    </a:cubicBezTo>
                    <a:cubicBezTo>
                      <a:pt x="540546" y="1963420"/>
                      <a:pt x="543086" y="1963420"/>
                      <a:pt x="543086" y="1962150"/>
                    </a:cubicBezTo>
                    <a:cubicBezTo>
                      <a:pt x="546896" y="1957070"/>
                      <a:pt x="553246" y="1957070"/>
                      <a:pt x="559596" y="1955800"/>
                    </a:cubicBezTo>
                    <a:cubicBezTo>
                      <a:pt x="569756" y="1954530"/>
                      <a:pt x="579916" y="1954530"/>
                      <a:pt x="587536" y="1948180"/>
                    </a:cubicBezTo>
                    <a:cubicBezTo>
                      <a:pt x="595156" y="1943100"/>
                      <a:pt x="602776" y="1941830"/>
                      <a:pt x="611666" y="1940560"/>
                    </a:cubicBezTo>
                    <a:cubicBezTo>
                      <a:pt x="612936" y="1940560"/>
                      <a:pt x="615476" y="1939290"/>
                      <a:pt x="616746" y="1939290"/>
                    </a:cubicBezTo>
                    <a:cubicBezTo>
                      <a:pt x="623096" y="1938020"/>
                      <a:pt x="629446" y="1934210"/>
                      <a:pt x="634526" y="1935480"/>
                    </a:cubicBezTo>
                    <a:cubicBezTo>
                      <a:pt x="645956" y="1938020"/>
                      <a:pt x="651036" y="1934210"/>
                      <a:pt x="658656" y="1924050"/>
                    </a:cubicBezTo>
                    <a:cubicBezTo>
                      <a:pt x="659926" y="1921510"/>
                      <a:pt x="663736" y="1920240"/>
                      <a:pt x="666276" y="1918970"/>
                    </a:cubicBezTo>
                    <a:cubicBezTo>
                      <a:pt x="672626" y="1917700"/>
                      <a:pt x="678976" y="1918970"/>
                      <a:pt x="685326" y="1917700"/>
                    </a:cubicBezTo>
                    <a:cubicBezTo>
                      <a:pt x="689136" y="1917700"/>
                      <a:pt x="692946" y="1913890"/>
                      <a:pt x="695486" y="1913890"/>
                    </a:cubicBezTo>
                    <a:cubicBezTo>
                      <a:pt x="705646" y="1915160"/>
                      <a:pt x="717076" y="1911350"/>
                      <a:pt x="725966" y="1917700"/>
                    </a:cubicBezTo>
                    <a:cubicBezTo>
                      <a:pt x="727236" y="1918970"/>
                      <a:pt x="729776" y="1918970"/>
                      <a:pt x="732316" y="1918970"/>
                    </a:cubicBezTo>
                    <a:cubicBezTo>
                      <a:pt x="748826" y="1920240"/>
                      <a:pt x="762796" y="1925320"/>
                      <a:pt x="774226" y="1935480"/>
                    </a:cubicBezTo>
                    <a:cubicBezTo>
                      <a:pt x="778036" y="1939290"/>
                      <a:pt x="783116" y="1941830"/>
                      <a:pt x="786926" y="1944370"/>
                    </a:cubicBezTo>
                    <a:cubicBezTo>
                      <a:pt x="790736" y="1946910"/>
                      <a:pt x="795816" y="1946910"/>
                      <a:pt x="799626" y="1948180"/>
                    </a:cubicBezTo>
                    <a:cubicBezTo>
                      <a:pt x="803436" y="1949450"/>
                      <a:pt x="805976" y="1950720"/>
                      <a:pt x="809786" y="1950720"/>
                    </a:cubicBezTo>
                    <a:cubicBezTo>
                      <a:pt x="816136" y="1950720"/>
                      <a:pt x="821216" y="1953260"/>
                      <a:pt x="825026" y="1958340"/>
                    </a:cubicBezTo>
                    <a:cubicBezTo>
                      <a:pt x="826296" y="1959610"/>
                      <a:pt x="827566" y="1960880"/>
                      <a:pt x="828836" y="1963420"/>
                    </a:cubicBezTo>
                    <a:cubicBezTo>
                      <a:pt x="827566" y="1967230"/>
                      <a:pt x="835186" y="1977390"/>
                      <a:pt x="840266" y="1977390"/>
                    </a:cubicBezTo>
                    <a:cubicBezTo>
                      <a:pt x="849156" y="1977390"/>
                      <a:pt x="858046" y="1979930"/>
                      <a:pt x="865666" y="1986280"/>
                    </a:cubicBezTo>
                    <a:cubicBezTo>
                      <a:pt x="866936" y="1987550"/>
                      <a:pt x="869476" y="1987550"/>
                      <a:pt x="872016" y="1986280"/>
                    </a:cubicBezTo>
                    <a:cubicBezTo>
                      <a:pt x="875826" y="1985010"/>
                      <a:pt x="878366" y="1985010"/>
                      <a:pt x="880906" y="1988820"/>
                    </a:cubicBezTo>
                    <a:cubicBezTo>
                      <a:pt x="882176" y="1990090"/>
                      <a:pt x="887256" y="1990090"/>
                      <a:pt x="889796" y="1990090"/>
                    </a:cubicBezTo>
                    <a:cubicBezTo>
                      <a:pt x="896146" y="1990090"/>
                      <a:pt x="903766" y="1988820"/>
                      <a:pt x="910116" y="1990090"/>
                    </a:cubicBezTo>
                    <a:cubicBezTo>
                      <a:pt x="921546" y="1991360"/>
                      <a:pt x="931706" y="1992630"/>
                      <a:pt x="943136" y="1995170"/>
                    </a:cubicBezTo>
                    <a:cubicBezTo>
                      <a:pt x="945676" y="1995170"/>
                      <a:pt x="948216" y="1996440"/>
                      <a:pt x="949486" y="1997710"/>
                    </a:cubicBezTo>
                    <a:cubicBezTo>
                      <a:pt x="952026" y="2004060"/>
                      <a:pt x="958376" y="2004060"/>
                      <a:pt x="962186" y="2005330"/>
                    </a:cubicBezTo>
                    <a:cubicBezTo>
                      <a:pt x="965996" y="2006600"/>
                      <a:pt x="971076" y="2007870"/>
                      <a:pt x="973616" y="2007870"/>
                    </a:cubicBezTo>
                    <a:cubicBezTo>
                      <a:pt x="974886" y="2006600"/>
                      <a:pt x="977426" y="2005330"/>
                      <a:pt x="979966" y="2002790"/>
                    </a:cubicBezTo>
                    <a:cubicBezTo>
                      <a:pt x="974886" y="2002790"/>
                      <a:pt x="972346" y="2004060"/>
                      <a:pt x="969806" y="2004060"/>
                    </a:cubicBezTo>
                    <a:cubicBezTo>
                      <a:pt x="974886" y="1997710"/>
                      <a:pt x="979966" y="1996440"/>
                      <a:pt x="986316" y="2000250"/>
                    </a:cubicBezTo>
                    <a:cubicBezTo>
                      <a:pt x="993936" y="2006600"/>
                      <a:pt x="1000286" y="2006600"/>
                      <a:pt x="1009176" y="2000250"/>
                    </a:cubicBezTo>
                    <a:lnTo>
                      <a:pt x="1016796" y="1996440"/>
                    </a:lnTo>
                    <a:lnTo>
                      <a:pt x="1016796" y="1990090"/>
                    </a:lnTo>
                    <a:cubicBezTo>
                      <a:pt x="1020606" y="1991360"/>
                      <a:pt x="1024416" y="1993900"/>
                      <a:pt x="1026956" y="1993900"/>
                    </a:cubicBezTo>
                    <a:cubicBezTo>
                      <a:pt x="1034576" y="1990090"/>
                      <a:pt x="1042196" y="1986280"/>
                      <a:pt x="1048546" y="1981200"/>
                    </a:cubicBezTo>
                    <a:cubicBezTo>
                      <a:pt x="1056166" y="1976120"/>
                      <a:pt x="1062516" y="1969770"/>
                      <a:pt x="1068866" y="1964690"/>
                    </a:cubicBezTo>
                    <a:cubicBezTo>
                      <a:pt x="1070136" y="1964690"/>
                      <a:pt x="1070136" y="1963420"/>
                      <a:pt x="1071406" y="1963420"/>
                    </a:cubicBezTo>
                    <a:cubicBezTo>
                      <a:pt x="1080296" y="1960880"/>
                      <a:pt x="1087916" y="1959610"/>
                      <a:pt x="1096806" y="1957070"/>
                    </a:cubicBezTo>
                    <a:cubicBezTo>
                      <a:pt x="1101886" y="1955800"/>
                      <a:pt x="1105696" y="1953260"/>
                      <a:pt x="1110776" y="1951990"/>
                    </a:cubicBezTo>
                    <a:cubicBezTo>
                      <a:pt x="1114586" y="1950720"/>
                      <a:pt x="1117126" y="1950720"/>
                      <a:pt x="1120936" y="1949450"/>
                    </a:cubicBezTo>
                    <a:lnTo>
                      <a:pt x="1133636" y="1949450"/>
                    </a:lnTo>
                    <a:cubicBezTo>
                      <a:pt x="1136176" y="1949450"/>
                      <a:pt x="1139986" y="1949450"/>
                      <a:pt x="1142526" y="1948180"/>
                    </a:cubicBezTo>
                    <a:cubicBezTo>
                      <a:pt x="1143796" y="1945640"/>
                      <a:pt x="1146336" y="1941830"/>
                      <a:pt x="1147606" y="1941830"/>
                    </a:cubicBezTo>
                    <a:cubicBezTo>
                      <a:pt x="1151416" y="1941830"/>
                      <a:pt x="1153956" y="1944370"/>
                      <a:pt x="1157766" y="1945640"/>
                    </a:cubicBezTo>
                    <a:cubicBezTo>
                      <a:pt x="1159036" y="1945640"/>
                      <a:pt x="1159036" y="1946910"/>
                      <a:pt x="1159036" y="1948180"/>
                    </a:cubicBezTo>
                    <a:cubicBezTo>
                      <a:pt x="1164116" y="1953260"/>
                      <a:pt x="1167926" y="1959610"/>
                      <a:pt x="1173006" y="1964690"/>
                    </a:cubicBezTo>
                    <a:cubicBezTo>
                      <a:pt x="1179356" y="1971040"/>
                      <a:pt x="1185706" y="1971040"/>
                      <a:pt x="1189516" y="1967230"/>
                    </a:cubicBezTo>
                    <a:cubicBezTo>
                      <a:pt x="1195866" y="1962150"/>
                      <a:pt x="1200946" y="1958340"/>
                      <a:pt x="1209836" y="1960880"/>
                    </a:cubicBezTo>
                    <a:cubicBezTo>
                      <a:pt x="1211106" y="1960880"/>
                      <a:pt x="1213646" y="1962150"/>
                      <a:pt x="1214916" y="1960880"/>
                    </a:cubicBezTo>
                    <a:cubicBezTo>
                      <a:pt x="1221266" y="1958340"/>
                      <a:pt x="1228886" y="1955800"/>
                      <a:pt x="1235236" y="1951990"/>
                    </a:cubicBezTo>
                    <a:cubicBezTo>
                      <a:pt x="1239046" y="1950720"/>
                      <a:pt x="1244126" y="1950720"/>
                      <a:pt x="1245396" y="1948180"/>
                    </a:cubicBezTo>
                    <a:cubicBezTo>
                      <a:pt x="1249206" y="1940560"/>
                      <a:pt x="1255556" y="1936750"/>
                      <a:pt x="1261906" y="1931670"/>
                    </a:cubicBezTo>
                    <a:cubicBezTo>
                      <a:pt x="1265716" y="1927860"/>
                      <a:pt x="1269526" y="1922780"/>
                      <a:pt x="1273336" y="1921510"/>
                    </a:cubicBezTo>
                    <a:cubicBezTo>
                      <a:pt x="1282226" y="1918970"/>
                      <a:pt x="1288576" y="1911350"/>
                      <a:pt x="1296196" y="1906270"/>
                    </a:cubicBezTo>
                    <a:cubicBezTo>
                      <a:pt x="1302546" y="1902460"/>
                      <a:pt x="1306356" y="1894840"/>
                      <a:pt x="1312706" y="1893570"/>
                    </a:cubicBezTo>
                    <a:cubicBezTo>
                      <a:pt x="1322866" y="1891030"/>
                      <a:pt x="1330486" y="1884680"/>
                      <a:pt x="1339376" y="1878330"/>
                    </a:cubicBezTo>
                    <a:cubicBezTo>
                      <a:pt x="1344456" y="1874520"/>
                      <a:pt x="1350806" y="1871980"/>
                      <a:pt x="1357156" y="1873250"/>
                    </a:cubicBezTo>
                    <a:cubicBezTo>
                      <a:pt x="1360966" y="1874520"/>
                      <a:pt x="1366046" y="1873250"/>
                      <a:pt x="1368586" y="1871980"/>
                    </a:cubicBezTo>
                    <a:cubicBezTo>
                      <a:pt x="1373666" y="1869440"/>
                      <a:pt x="1378746" y="1865630"/>
                      <a:pt x="1383826" y="1863090"/>
                    </a:cubicBezTo>
                    <a:cubicBezTo>
                      <a:pt x="1387636" y="1860550"/>
                      <a:pt x="1391446" y="1858010"/>
                      <a:pt x="1395256" y="1858010"/>
                    </a:cubicBezTo>
                    <a:cubicBezTo>
                      <a:pt x="1407956" y="1856740"/>
                      <a:pt x="1418116" y="1854200"/>
                      <a:pt x="1424466" y="1841500"/>
                    </a:cubicBezTo>
                    <a:cubicBezTo>
                      <a:pt x="1427006" y="1836420"/>
                      <a:pt x="1439706" y="1830070"/>
                      <a:pt x="1444786" y="1832610"/>
                    </a:cubicBezTo>
                    <a:cubicBezTo>
                      <a:pt x="1453676" y="1836420"/>
                      <a:pt x="1460026" y="1833880"/>
                      <a:pt x="1465106" y="1826260"/>
                    </a:cubicBezTo>
                    <a:cubicBezTo>
                      <a:pt x="1468916" y="1822450"/>
                      <a:pt x="1473996" y="1823720"/>
                      <a:pt x="1477806" y="1826260"/>
                    </a:cubicBezTo>
                    <a:cubicBezTo>
                      <a:pt x="1480346" y="1828800"/>
                      <a:pt x="1482886" y="1830070"/>
                      <a:pt x="1485426" y="1830070"/>
                    </a:cubicBezTo>
                    <a:cubicBezTo>
                      <a:pt x="1494316" y="1831340"/>
                      <a:pt x="1504476" y="1830070"/>
                      <a:pt x="1513366" y="1831340"/>
                    </a:cubicBezTo>
                    <a:cubicBezTo>
                      <a:pt x="1520986" y="1832610"/>
                      <a:pt x="1528606" y="1830070"/>
                      <a:pt x="1533686" y="1824990"/>
                    </a:cubicBezTo>
                    <a:cubicBezTo>
                      <a:pt x="1538766" y="1819910"/>
                      <a:pt x="1542576" y="1819910"/>
                      <a:pt x="1550196" y="1822450"/>
                    </a:cubicBezTo>
                    <a:cubicBezTo>
                      <a:pt x="1556546" y="1824990"/>
                      <a:pt x="1561626" y="1831340"/>
                      <a:pt x="1570516" y="1830070"/>
                    </a:cubicBezTo>
                    <a:cubicBezTo>
                      <a:pt x="1578136" y="1828800"/>
                      <a:pt x="1587026" y="1832610"/>
                      <a:pt x="1595916" y="1828800"/>
                    </a:cubicBezTo>
                    <a:lnTo>
                      <a:pt x="1600996" y="1828800"/>
                    </a:lnTo>
                    <a:cubicBezTo>
                      <a:pt x="1608616" y="1831340"/>
                      <a:pt x="1616236" y="1832610"/>
                      <a:pt x="1622586" y="1838960"/>
                    </a:cubicBezTo>
                    <a:cubicBezTo>
                      <a:pt x="1630206" y="1845310"/>
                      <a:pt x="1631476" y="1798320"/>
                      <a:pt x="1639096" y="1803400"/>
                    </a:cubicBezTo>
                    <a:cubicBezTo>
                      <a:pt x="1650526" y="1811020"/>
                      <a:pt x="1647986" y="1803400"/>
                      <a:pt x="1659416" y="1809750"/>
                    </a:cubicBezTo>
                    <a:cubicBezTo>
                      <a:pt x="1668306" y="1813560"/>
                      <a:pt x="1664496" y="1799590"/>
                      <a:pt x="1674656" y="1802130"/>
                    </a:cubicBezTo>
                    <a:cubicBezTo>
                      <a:pt x="1675926" y="1802130"/>
                      <a:pt x="1691166" y="1812290"/>
                      <a:pt x="1691166" y="1811020"/>
                    </a:cubicBezTo>
                    <a:cubicBezTo>
                      <a:pt x="1697516" y="1807210"/>
                      <a:pt x="1703866" y="1769110"/>
                      <a:pt x="1710216" y="1770380"/>
                    </a:cubicBezTo>
                    <a:cubicBezTo>
                      <a:pt x="1722916" y="1774190"/>
                      <a:pt x="1734346" y="1771650"/>
                      <a:pt x="1745776" y="1766570"/>
                    </a:cubicBezTo>
                    <a:cubicBezTo>
                      <a:pt x="1752126" y="1764030"/>
                      <a:pt x="1762286" y="1755140"/>
                      <a:pt x="1767366" y="1758950"/>
                    </a:cubicBezTo>
                    <a:cubicBezTo>
                      <a:pt x="1776256" y="1765300"/>
                      <a:pt x="1785146" y="1767840"/>
                      <a:pt x="1795306" y="1769110"/>
                    </a:cubicBezTo>
                    <a:cubicBezTo>
                      <a:pt x="1796576" y="1769110"/>
                      <a:pt x="1797846" y="1770380"/>
                      <a:pt x="1799116" y="1771650"/>
                    </a:cubicBezTo>
                    <a:cubicBezTo>
                      <a:pt x="1802926" y="1776730"/>
                      <a:pt x="1820706" y="1762760"/>
                      <a:pt x="1824516" y="1767840"/>
                    </a:cubicBezTo>
                    <a:cubicBezTo>
                      <a:pt x="1829596" y="1775460"/>
                      <a:pt x="1834676" y="1783080"/>
                      <a:pt x="1839756" y="1789430"/>
                    </a:cubicBezTo>
                    <a:cubicBezTo>
                      <a:pt x="1842296" y="1791970"/>
                      <a:pt x="1846106" y="1793240"/>
                      <a:pt x="1847376" y="1795780"/>
                    </a:cubicBezTo>
                    <a:cubicBezTo>
                      <a:pt x="1848646" y="1802130"/>
                      <a:pt x="1851186" y="1804670"/>
                      <a:pt x="1857536" y="1804670"/>
                    </a:cubicBezTo>
                    <a:cubicBezTo>
                      <a:pt x="1861346" y="1804670"/>
                      <a:pt x="1865156" y="1805940"/>
                      <a:pt x="1867696" y="1808480"/>
                    </a:cubicBezTo>
                    <a:cubicBezTo>
                      <a:pt x="1874046" y="1812290"/>
                      <a:pt x="1879126" y="1816100"/>
                      <a:pt x="1884206" y="1819910"/>
                    </a:cubicBezTo>
                    <a:cubicBezTo>
                      <a:pt x="1890556" y="1823720"/>
                      <a:pt x="1896906" y="1827530"/>
                      <a:pt x="1899446" y="1833880"/>
                    </a:cubicBezTo>
                    <a:cubicBezTo>
                      <a:pt x="1900716" y="1836420"/>
                      <a:pt x="1901986" y="1837690"/>
                      <a:pt x="1903256" y="1838960"/>
                    </a:cubicBezTo>
                    <a:cubicBezTo>
                      <a:pt x="1908336" y="1844040"/>
                      <a:pt x="1913416" y="1847850"/>
                      <a:pt x="1918496" y="1852930"/>
                    </a:cubicBezTo>
                    <a:cubicBezTo>
                      <a:pt x="1926116" y="1859280"/>
                      <a:pt x="1932466" y="1866900"/>
                      <a:pt x="1940086" y="1873250"/>
                    </a:cubicBezTo>
                    <a:cubicBezTo>
                      <a:pt x="1942626" y="1874520"/>
                      <a:pt x="1945166" y="1877060"/>
                      <a:pt x="1947706" y="1878330"/>
                    </a:cubicBezTo>
                    <a:cubicBezTo>
                      <a:pt x="1952786" y="1880870"/>
                      <a:pt x="1957866" y="1883410"/>
                      <a:pt x="1961676" y="1887220"/>
                    </a:cubicBezTo>
                    <a:cubicBezTo>
                      <a:pt x="1965486" y="1891030"/>
                      <a:pt x="1983266" y="1868170"/>
                      <a:pt x="1985806" y="1873250"/>
                    </a:cubicBezTo>
                    <a:cubicBezTo>
                      <a:pt x="1985806" y="1874520"/>
                      <a:pt x="1987076" y="1874520"/>
                      <a:pt x="1988346" y="1874520"/>
                    </a:cubicBezTo>
                    <a:cubicBezTo>
                      <a:pt x="1995966" y="1880870"/>
                      <a:pt x="2003586" y="1878330"/>
                      <a:pt x="2011206" y="1875790"/>
                    </a:cubicBezTo>
                    <a:cubicBezTo>
                      <a:pt x="2013746" y="1874520"/>
                      <a:pt x="2016286" y="1873250"/>
                      <a:pt x="2017556" y="1874520"/>
                    </a:cubicBezTo>
                    <a:cubicBezTo>
                      <a:pt x="2026446" y="1878330"/>
                      <a:pt x="2032796" y="1887220"/>
                      <a:pt x="2044226" y="1888490"/>
                    </a:cubicBezTo>
                    <a:cubicBezTo>
                      <a:pt x="2044226" y="1888490"/>
                      <a:pt x="2045496" y="1888490"/>
                      <a:pt x="2045496" y="1889760"/>
                    </a:cubicBezTo>
                    <a:cubicBezTo>
                      <a:pt x="2048036" y="1897380"/>
                      <a:pt x="2055656" y="1897380"/>
                      <a:pt x="2062006" y="1898650"/>
                    </a:cubicBezTo>
                    <a:cubicBezTo>
                      <a:pt x="2065816" y="1898650"/>
                      <a:pt x="2069626" y="1899920"/>
                      <a:pt x="2072166" y="1901190"/>
                    </a:cubicBezTo>
                    <a:cubicBezTo>
                      <a:pt x="2079786" y="1905000"/>
                      <a:pt x="2087406" y="1910080"/>
                      <a:pt x="2096296" y="1912620"/>
                    </a:cubicBezTo>
                    <a:cubicBezTo>
                      <a:pt x="2107726" y="1916430"/>
                      <a:pt x="2119156" y="1918970"/>
                      <a:pt x="2128046" y="1925320"/>
                    </a:cubicBezTo>
                    <a:cubicBezTo>
                      <a:pt x="2129316" y="1925320"/>
                      <a:pt x="2130586" y="1925320"/>
                      <a:pt x="2130586" y="1926590"/>
                    </a:cubicBezTo>
                    <a:cubicBezTo>
                      <a:pt x="2134396" y="1929130"/>
                      <a:pt x="2140746" y="1930400"/>
                      <a:pt x="2143286" y="1934210"/>
                    </a:cubicBezTo>
                    <a:cubicBezTo>
                      <a:pt x="2147096" y="1941830"/>
                      <a:pt x="2157256" y="1940560"/>
                      <a:pt x="2162336" y="1946910"/>
                    </a:cubicBezTo>
                    <a:lnTo>
                      <a:pt x="2163606" y="1946910"/>
                    </a:lnTo>
                    <a:cubicBezTo>
                      <a:pt x="2168686" y="1946910"/>
                      <a:pt x="2173766" y="1948180"/>
                      <a:pt x="2180116" y="1948180"/>
                    </a:cubicBezTo>
                    <a:cubicBezTo>
                      <a:pt x="2182656" y="1946910"/>
                      <a:pt x="2186466" y="1944370"/>
                      <a:pt x="2189006" y="1944370"/>
                    </a:cubicBezTo>
                    <a:cubicBezTo>
                      <a:pt x="2200436" y="1948180"/>
                      <a:pt x="2211866" y="1948180"/>
                      <a:pt x="2219486" y="1938020"/>
                    </a:cubicBezTo>
                    <a:cubicBezTo>
                      <a:pt x="2220756" y="1936750"/>
                      <a:pt x="2223296" y="1936750"/>
                      <a:pt x="2225836" y="1936750"/>
                    </a:cubicBezTo>
                    <a:lnTo>
                      <a:pt x="2235996" y="1936750"/>
                    </a:lnTo>
                    <a:cubicBezTo>
                      <a:pt x="2247426" y="1934210"/>
                      <a:pt x="2257586" y="1931670"/>
                      <a:pt x="2269016" y="1930400"/>
                    </a:cubicBezTo>
                    <a:cubicBezTo>
                      <a:pt x="2274096" y="1929130"/>
                      <a:pt x="2280446" y="1931670"/>
                      <a:pt x="2285526" y="1932940"/>
                    </a:cubicBezTo>
                    <a:cubicBezTo>
                      <a:pt x="2290606" y="1934210"/>
                      <a:pt x="2295686" y="1934210"/>
                      <a:pt x="2300766" y="1934210"/>
                    </a:cubicBezTo>
                    <a:cubicBezTo>
                      <a:pt x="2307116" y="1934210"/>
                      <a:pt x="2312196" y="1931670"/>
                      <a:pt x="2318546" y="1931670"/>
                    </a:cubicBezTo>
                    <a:cubicBezTo>
                      <a:pt x="2323626" y="1930400"/>
                      <a:pt x="2329976" y="1930400"/>
                      <a:pt x="2335056" y="1929130"/>
                    </a:cubicBezTo>
                    <a:cubicBezTo>
                      <a:pt x="2346486" y="1926590"/>
                      <a:pt x="2356646" y="1924050"/>
                      <a:pt x="2368076" y="1922780"/>
                    </a:cubicBezTo>
                    <a:cubicBezTo>
                      <a:pt x="2375696" y="1879600"/>
                      <a:pt x="2374426" y="1828800"/>
                      <a:pt x="2374426" y="1776730"/>
                    </a:cubicBezTo>
                    <a:close/>
                  </a:path>
                </a:pathLst>
              </a:custGeom>
              <a:blipFill>
                <a:blip r:embed="rId4"/>
                <a:stretch>
                  <a:fillRect l="0" t="-55266" r="0" b="-55266"/>
                </a:stretch>
              </a:blipFill>
            </p:spPr>
          </p:sp>
        </p:grpSp>
        <p:grpSp>
          <p:nvGrpSpPr>
            <p:cNvPr name="Group 9" id="9"/>
            <p:cNvGrpSpPr/>
            <p:nvPr/>
          </p:nvGrpSpPr>
          <p:grpSpPr>
            <a:xfrm rot="0">
              <a:off x="6360789" y="0"/>
              <a:ext cx="4316067" cy="3655962"/>
              <a:chOff x="0" y="0"/>
              <a:chExt cx="2374900" cy="2011680"/>
            </a:xfrm>
          </p:grpSpPr>
          <p:sp>
            <p:nvSpPr>
              <p:cNvPr name="Freeform 10" id="10"/>
              <p:cNvSpPr/>
              <p:nvPr/>
            </p:nvSpPr>
            <p:spPr>
              <a:xfrm flipH="false" flipV="false" rot="0">
                <a:off x="-796" y="-1270"/>
                <a:ext cx="2374505" cy="2007870"/>
              </a:xfrm>
              <a:custGeom>
                <a:avLst/>
                <a:gdLst/>
                <a:ahLst/>
                <a:cxnLst/>
                <a:rect r="r" b="b" t="t" l="l"/>
                <a:pathLst>
                  <a:path h="2007870" w="2374505">
                    <a:moveTo>
                      <a:pt x="2374426" y="1776730"/>
                    </a:moveTo>
                    <a:cubicBezTo>
                      <a:pt x="2373156" y="1275080"/>
                      <a:pt x="2357916" y="596900"/>
                      <a:pt x="2357916" y="96520"/>
                    </a:cubicBezTo>
                    <a:cubicBezTo>
                      <a:pt x="2357916" y="88900"/>
                      <a:pt x="2359186" y="81280"/>
                      <a:pt x="2359186" y="74930"/>
                    </a:cubicBezTo>
                    <a:cubicBezTo>
                      <a:pt x="2357916" y="73660"/>
                      <a:pt x="2356646" y="73660"/>
                      <a:pt x="2355376" y="72390"/>
                    </a:cubicBezTo>
                    <a:cubicBezTo>
                      <a:pt x="2355376" y="72390"/>
                      <a:pt x="2354106" y="73660"/>
                      <a:pt x="2354106" y="74930"/>
                    </a:cubicBezTo>
                    <a:cubicBezTo>
                      <a:pt x="2351566" y="81280"/>
                      <a:pt x="2346486" y="81280"/>
                      <a:pt x="2341406" y="81280"/>
                    </a:cubicBezTo>
                    <a:cubicBezTo>
                      <a:pt x="2335056" y="80010"/>
                      <a:pt x="2328706" y="73660"/>
                      <a:pt x="2321086" y="76200"/>
                    </a:cubicBezTo>
                    <a:cubicBezTo>
                      <a:pt x="2318546" y="77470"/>
                      <a:pt x="2313466" y="74930"/>
                      <a:pt x="2312196" y="72390"/>
                    </a:cubicBezTo>
                    <a:cubicBezTo>
                      <a:pt x="2308386" y="67310"/>
                      <a:pt x="2303306" y="67310"/>
                      <a:pt x="2298226" y="69850"/>
                    </a:cubicBezTo>
                    <a:cubicBezTo>
                      <a:pt x="2295686" y="71120"/>
                      <a:pt x="2293146" y="69850"/>
                      <a:pt x="2290606" y="69850"/>
                    </a:cubicBezTo>
                    <a:cubicBezTo>
                      <a:pt x="2286796" y="69850"/>
                      <a:pt x="2281716" y="68580"/>
                      <a:pt x="2277906" y="67310"/>
                    </a:cubicBezTo>
                    <a:cubicBezTo>
                      <a:pt x="2276636" y="67310"/>
                      <a:pt x="2274096" y="66040"/>
                      <a:pt x="2272826" y="66040"/>
                    </a:cubicBezTo>
                    <a:cubicBezTo>
                      <a:pt x="2269016" y="64770"/>
                      <a:pt x="2265206" y="60960"/>
                      <a:pt x="2261396" y="66040"/>
                    </a:cubicBezTo>
                    <a:cubicBezTo>
                      <a:pt x="2261396" y="66040"/>
                      <a:pt x="2258856" y="66040"/>
                      <a:pt x="2257586" y="64770"/>
                    </a:cubicBezTo>
                    <a:cubicBezTo>
                      <a:pt x="2256316" y="62230"/>
                      <a:pt x="2255046" y="58420"/>
                      <a:pt x="2253776" y="55880"/>
                    </a:cubicBezTo>
                    <a:cubicBezTo>
                      <a:pt x="2251236" y="52070"/>
                      <a:pt x="2251236" y="45720"/>
                      <a:pt x="2247426" y="43180"/>
                    </a:cubicBezTo>
                    <a:cubicBezTo>
                      <a:pt x="2244886" y="41910"/>
                      <a:pt x="2243616" y="40640"/>
                      <a:pt x="2242346" y="38100"/>
                    </a:cubicBezTo>
                    <a:cubicBezTo>
                      <a:pt x="2242346" y="36830"/>
                      <a:pt x="2239806" y="35560"/>
                      <a:pt x="2239806" y="34290"/>
                    </a:cubicBezTo>
                    <a:lnTo>
                      <a:pt x="2235996" y="30480"/>
                    </a:lnTo>
                    <a:cubicBezTo>
                      <a:pt x="2234726" y="27940"/>
                      <a:pt x="2233456" y="24130"/>
                      <a:pt x="2230916" y="22860"/>
                    </a:cubicBezTo>
                    <a:cubicBezTo>
                      <a:pt x="2225836" y="19050"/>
                      <a:pt x="2224566" y="13970"/>
                      <a:pt x="2227106" y="7620"/>
                    </a:cubicBezTo>
                    <a:cubicBezTo>
                      <a:pt x="2223296" y="6350"/>
                      <a:pt x="2220756" y="3810"/>
                      <a:pt x="2216946" y="3810"/>
                    </a:cubicBezTo>
                    <a:cubicBezTo>
                      <a:pt x="2201706" y="5080"/>
                      <a:pt x="2185196" y="7620"/>
                      <a:pt x="2169956" y="8890"/>
                    </a:cubicBezTo>
                    <a:cubicBezTo>
                      <a:pt x="2167416" y="8890"/>
                      <a:pt x="2163606" y="10160"/>
                      <a:pt x="2162336" y="11430"/>
                    </a:cubicBezTo>
                    <a:cubicBezTo>
                      <a:pt x="2152176" y="17780"/>
                      <a:pt x="2142016" y="12700"/>
                      <a:pt x="2131856" y="11430"/>
                    </a:cubicBezTo>
                    <a:cubicBezTo>
                      <a:pt x="2124236" y="11430"/>
                      <a:pt x="2116616" y="7620"/>
                      <a:pt x="2108996" y="6350"/>
                    </a:cubicBezTo>
                    <a:cubicBezTo>
                      <a:pt x="2100106" y="5080"/>
                      <a:pt x="2092486" y="6350"/>
                      <a:pt x="2083596" y="5080"/>
                    </a:cubicBezTo>
                    <a:cubicBezTo>
                      <a:pt x="2082326" y="5080"/>
                      <a:pt x="2081056" y="3810"/>
                      <a:pt x="2079786" y="2540"/>
                    </a:cubicBezTo>
                    <a:cubicBezTo>
                      <a:pt x="2077246" y="-1270"/>
                      <a:pt x="2072166" y="0"/>
                      <a:pt x="2069626" y="1270"/>
                    </a:cubicBezTo>
                    <a:cubicBezTo>
                      <a:pt x="2065816" y="3810"/>
                      <a:pt x="2064546" y="7620"/>
                      <a:pt x="2062006" y="11430"/>
                    </a:cubicBezTo>
                    <a:cubicBezTo>
                      <a:pt x="2055656" y="12700"/>
                      <a:pt x="2046766" y="13970"/>
                      <a:pt x="2040416" y="17780"/>
                    </a:cubicBezTo>
                    <a:cubicBezTo>
                      <a:pt x="2035336" y="20320"/>
                      <a:pt x="2032796" y="21590"/>
                      <a:pt x="2028986" y="19050"/>
                    </a:cubicBezTo>
                    <a:lnTo>
                      <a:pt x="2027716" y="20320"/>
                    </a:lnTo>
                    <a:cubicBezTo>
                      <a:pt x="2030256" y="22860"/>
                      <a:pt x="2031526" y="26670"/>
                      <a:pt x="2034066" y="29210"/>
                    </a:cubicBezTo>
                    <a:cubicBezTo>
                      <a:pt x="2030256" y="30480"/>
                      <a:pt x="2025176" y="33020"/>
                      <a:pt x="2022636" y="31750"/>
                    </a:cubicBezTo>
                    <a:cubicBezTo>
                      <a:pt x="2016286" y="30480"/>
                      <a:pt x="2013746" y="33020"/>
                      <a:pt x="2008666" y="35560"/>
                    </a:cubicBezTo>
                    <a:cubicBezTo>
                      <a:pt x="2003586" y="39370"/>
                      <a:pt x="1997236" y="41910"/>
                      <a:pt x="1992156" y="44450"/>
                    </a:cubicBezTo>
                    <a:cubicBezTo>
                      <a:pt x="1990886" y="44450"/>
                      <a:pt x="1989616" y="44450"/>
                      <a:pt x="1988346" y="43180"/>
                    </a:cubicBezTo>
                    <a:cubicBezTo>
                      <a:pt x="1987076" y="43180"/>
                      <a:pt x="1985806" y="41910"/>
                      <a:pt x="1985806" y="41910"/>
                    </a:cubicBezTo>
                    <a:cubicBezTo>
                      <a:pt x="1979456" y="44450"/>
                      <a:pt x="1973106" y="46990"/>
                      <a:pt x="1966756" y="44450"/>
                    </a:cubicBezTo>
                    <a:cubicBezTo>
                      <a:pt x="1965486" y="44450"/>
                      <a:pt x="1965486" y="45720"/>
                      <a:pt x="1964216" y="45720"/>
                    </a:cubicBezTo>
                    <a:cubicBezTo>
                      <a:pt x="1956596" y="48260"/>
                      <a:pt x="1951516" y="57150"/>
                      <a:pt x="1941356" y="57150"/>
                    </a:cubicBezTo>
                    <a:cubicBezTo>
                      <a:pt x="1933736" y="57150"/>
                      <a:pt x="1926116" y="63500"/>
                      <a:pt x="1918496" y="63500"/>
                    </a:cubicBezTo>
                    <a:cubicBezTo>
                      <a:pt x="1909606" y="64770"/>
                      <a:pt x="1901986" y="67310"/>
                      <a:pt x="1894366" y="71120"/>
                    </a:cubicBezTo>
                    <a:cubicBezTo>
                      <a:pt x="1891826" y="72390"/>
                      <a:pt x="1889286" y="72390"/>
                      <a:pt x="1888016" y="72390"/>
                    </a:cubicBezTo>
                    <a:cubicBezTo>
                      <a:pt x="1881666" y="69850"/>
                      <a:pt x="1877856" y="73660"/>
                      <a:pt x="1875316" y="77470"/>
                    </a:cubicBezTo>
                    <a:cubicBezTo>
                      <a:pt x="1868966" y="86360"/>
                      <a:pt x="1858806" y="88900"/>
                      <a:pt x="1849916" y="91440"/>
                    </a:cubicBezTo>
                    <a:cubicBezTo>
                      <a:pt x="1838486" y="93980"/>
                      <a:pt x="1827056" y="95250"/>
                      <a:pt x="1815626" y="96520"/>
                    </a:cubicBezTo>
                    <a:cubicBezTo>
                      <a:pt x="1814356" y="96520"/>
                      <a:pt x="1813086" y="100330"/>
                      <a:pt x="1810546" y="101600"/>
                    </a:cubicBezTo>
                    <a:cubicBezTo>
                      <a:pt x="1809276" y="101600"/>
                      <a:pt x="1808006" y="100330"/>
                      <a:pt x="1808006" y="100330"/>
                    </a:cubicBezTo>
                    <a:cubicBezTo>
                      <a:pt x="1801656" y="107950"/>
                      <a:pt x="1797846" y="119380"/>
                      <a:pt x="1785146" y="118110"/>
                    </a:cubicBezTo>
                    <a:lnTo>
                      <a:pt x="1783876" y="118110"/>
                    </a:lnTo>
                    <a:cubicBezTo>
                      <a:pt x="1773716" y="124460"/>
                      <a:pt x="1763556" y="121920"/>
                      <a:pt x="1754666" y="119380"/>
                    </a:cubicBezTo>
                    <a:cubicBezTo>
                      <a:pt x="1752126" y="119380"/>
                      <a:pt x="1748316" y="116840"/>
                      <a:pt x="1747046" y="114300"/>
                    </a:cubicBezTo>
                    <a:cubicBezTo>
                      <a:pt x="1743236" y="106680"/>
                      <a:pt x="1733076" y="104140"/>
                      <a:pt x="1725456" y="106680"/>
                    </a:cubicBezTo>
                    <a:cubicBezTo>
                      <a:pt x="1719106" y="109220"/>
                      <a:pt x="1712756" y="110490"/>
                      <a:pt x="1706406" y="113030"/>
                    </a:cubicBezTo>
                    <a:cubicBezTo>
                      <a:pt x="1696246" y="115570"/>
                      <a:pt x="1687356" y="116840"/>
                      <a:pt x="1677196" y="111760"/>
                    </a:cubicBezTo>
                    <a:cubicBezTo>
                      <a:pt x="1667036" y="106680"/>
                      <a:pt x="1659416" y="110490"/>
                      <a:pt x="1654336" y="121920"/>
                    </a:cubicBezTo>
                    <a:cubicBezTo>
                      <a:pt x="1650526" y="129540"/>
                      <a:pt x="1640366" y="130810"/>
                      <a:pt x="1634016" y="124460"/>
                    </a:cubicBezTo>
                    <a:cubicBezTo>
                      <a:pt x="1630206" y="120650"/>
                      <a:pt x="1627666" y="121920"/>
                      <a:pt x="1623856" y="124460"/>
                    </a:cubicBezTo>
                    <a:lnTo>
                      <a:pt x="1616236" y="132080"/>
                    </a:lnTo>
                    <a:cubicBezTo>
                      <a:pt x="1614966" y="133350"/>
                      <a:pt x="1612426" y="133350"/>
                      <a:pt x="1611156" y="133350"/>
                    </a:cubicBezTo>
                    <a:lnTo>
                      <a:pt x="1603536" y="133350"/>
                    </a:lnTo>
                    <a:cubicBezTo>
                      <a:pt x="1598456" y="133350"/>
                      <a:pt x="1593376" y="132080"/>
                      <a:pt x="1588296" y="130810"/>
                    </a:cubicBezTo>
                    <a:cubicBezTo>
                      <a:pt x="1581946" y="129540"/>
                      <a:pt x="1576866" y="125730"/>
                      <a:pt x="1570516" y="124460"/>
                    </a:cubicBezTo>
                    <a:cubicBezTo>
                      <a:pt x="1560356" y="123190"/>
                      <a:pt x="1557816" y="114300"/>
                      <a:pt x="1554006" y="107950"/>
                    </a:cubicBezTo>
                    <a:cubicBezTo>
                      <a:pt x="1551466" y="104140"/>
                      <a:pt x="1546386" y="99060"/>
                      <a:pt x="1541306" y="100330"/>
                    </a:cubicBezTo>
                    <a:cubicBezTo>
                      <a:pt x="1536226" y="102870"/>
                      <a:pt x="1531146" y="100330"/>
                      <a:pt x="1527336" y="99060"/>
                    </a:cubicBezTo>
                    <a:cubicBezTo>
                      <a:pt x="1526066" y="99060"/>
                      <a:pt x="1523526" y="97790"/>
                      <a:pt x="1522256" y="97790"/>
                    </a:cubicBezTo>
                    <a:cubicBezTo>
                      <a:pt x="1513366" y="95250"/>
                      <a:pt x="1507016" y="100330"/>
                      <a:pt x="1500666" y="106680"/>
                    </a:cubicBezTo>
                    <a:lnTo>
                      <a:pt x="1495586" y="111760"/>
                    </a:lnTo>
                    <a:cubicBezTo>
                      <a:pt x="1494316" y="113030"/>
                      <a:pt x="1494316" y="115570"/>
                      <a:pt x="1493046" y="116840"/>
                    </a:cubicBezTo>
                    <a:cubicBezTo>
                      <a:pt x="1485426" y="123190"/>
                      <a:pt x="1477806" y="120650"/>
                      <a:pt x="1468916" y="116840"/>
                    </a:cubicBezTo>
                    <a:cubicBezTo>
                      <a:pt x="1461296" y="113030"/>
                      <a:pt x="1452406" y="116840"/>
                      <a:pt x="1449866" y="124460"/>
                    </a:cubicBezTo>
                    <a:cubicBezTo>
                      <a:pt x="1448596" y="129540"/>
                      <a:pt x="1447326" y="133350"/>
                      <a:pt x="1440976" y="135890"/>
                    </a:cubicBezTo>
                    <a:cubicBezTo>
                      <a:pt x="1434626" y="139700"/>
                      <a:pt x="1427006" y="142240"/>
                      <a:pt x="1425736" y="151130"/>
                    </a:cubicBezTo>
                    <a:cubicBezTo>
                      <a:pt x="1425736" y="152400"/>
                      <a:pt x="1424466" y="153670"/>
                      <a:pt x="1423196" y="153670"/>
                    </a:cubicBezTo>
                    <a:cubicBezTo>
                      <a:pt x="1419386" y="154940"/>
                      <a:pt x="1416846" y="156210"/>
                      <a:pt x="1413036" y="157480"/>
                    </a:cubicBezTo>
                    <a:lnTo>
                      <a:pt x="1401606" y="157480"/>
                    </a:lnTo>
                    <a:cubicBezTo>
                      <a:pt x="1393986" y="156210"/>
                      <a:pt x="1386366" y="153670"/>
                      <a:pt x="1378746" y="152400"/>
                    </a:cubicBezTo>
                    <a:cubicBezTo>
                      <a:pt x="1369856" y="151130"/>
                      <a:pt x="1362236" y="156210"/>
                      <a:pt x="1353346" y="157480"/>
                    </a:cubicBezTo>
                    <a:lnTo>
                      <a:pt x="1352076" y="158750"/>
                    </a:lnTo>
                    <a:cubicBezTo>
                      <a:pt x="1349536" y="162560"/>
                      <a:pt x="1345726" y="161290"/>
                      <a:pt x="1343186" y="158750"/>
                    </a:cubicBezTo>
                    <a:cubicBezTo>
                      <a:pt x="1338106" y="153670"/>
                      <a:pt x="1329216" y="152400"/>
                      <a:pt x="1322866" y="154940"/>
                    </a:cubicBezTo>
                    <a:cubicBezTo>
                      <a:pt x="1315246" y="158750"/>
                      <a:pt x="1307626" y="161290"/>
                      <a:pt x="1300006" y="163830"/>
                    </a:cubicBezTo>
                    <a:cubicBezTo>
                      <a:pt x="1297466" y="163830"/>
                      <a:pt x="1294926" y="162560"/>
                      <a:pt x="1293656" y="162560"/>
                    </a:cubicBezTo>
                    <a:cubicBezTo>
                      <a:pt x="1291116" y="162560"/>
                      <a:pt x="1287306" y="161290"/>
                      <a:pt x="1286036" y="162560"/>
                    </a:cubicBezTo>
                    <a:cubicBezTo>
                      <a:pt x="1275876" y="170180"/>
                      <a:pt x="1265716" y="167640"/>
                      <a:pt x="1256826" y="162560"/>
                    </a:cubicBezTo>
                    <a:cubicBezTo>
                      <a:pt x="1251746" y="160020"/>
                      <a:pt x="1244126" y="157480"/>
                      <a:pt x="1241586" y="149860"/>
                    </a:cubicBezTo>
                    <a:cubicBezTo>
                      <a:pt x="1240316" y="144780"/>
                      <a:pt x="1235236" y="139700"/>
                      <a:pt x="1231426" y="135890"/>
                    </a:cubicBezTo>
                    <a:cubicBezTo>
                      <a:pt x="1225076" y="129540"/>
                      <a:pt x="1218726" y="120650"/>
                      <a:pt x="1207296" y="120650"/>
                    </a:cubicBezTo>
                    <a:cubicBezTo>
                      <a:pt x="1204756" y="120650"/>
                      <a:pt x="1202216" y="115570"/>
                      <a:pt x="1200946" y="116840"/>
                    </a:cubicBezTo>
                    <a:cubicBezTo>
                      <a:pt x="1195866" y="118110"/>
                      <a:pt x="1195866" y="115570"/>
                      <a:pt x="1193326" y="113030"/>
                    </a:cubicBezTo>
                    <a:cubicBezTo>
                      <a:pt x="1190786" y="110490"/>
                      <a:pt x="1186976" y="107950"/>
                      <a:pt x="1184436" y="104140"/>
                    </a:cubicBezTo>
                    <a:cubicBezTo>
                      <a:pt x="1180626" y="99060"/>
                      <a:pt x="1176816" y="92710"/>
                      <a:pt x="1173006" y="87630"/>
                    </a:cubicBezTo>
                    <a:cubicBezTo>
                      <a:pt x="1169196" y="82550"/>
                      <a:pt x="1166656" y="76200"/>
                      <a:pt x="1162846" y="71120"/>
                    </a:cubicBezTo>
                    <a:cubicBezTo>
                      <a:pt x="1161576" y="69850"/>
                      <a:pt x="1157766" y="68580"/>
                      <a:pt x="1156496" y="69850"/>
                    </a:cubicBezTo>
                    <a:lnTo>
                      <a:pt x="1141256" y="77470"/>
                    </a:lnTo>
                    <a:cubicBezTo>
                      <a:pt x="1138716" y="78740"/>
                      <a:pt x="1137446" y="81280"/>
                      <a:pt x="1136176" y="83820"/>
                    </a:cubicBezTo>
                    <a:lnTo>
                      <a:pt x="1134906" y="82550"/>
                    </a:lnTo>
                    <a:cubicBezTo>
                      <a:pt x="1136176" y="78740"/>
                      <a:pt x="1137446" y="74930"/>
                      <a:pt x="1138716" y="73660"/>
                    </a:cubicBezTo>
                    <a:lnTo>
                      <a:pt x="1123476" y="69850"/>
                    </a:lnTo>
                    <a:cubicBezTo>
                      <a:pt x="1119666" y="68580"/>
                      <a:pt x="1113316" y="68580"/>
                      <a:pt x="1110776" y="68580"/>
                    </a:cubicBezTo>
                    <a:lnTo>
                      <a:pt x="1090456" y="68580"/>
                    </a:lnTo>
                    <a:cubicBezTo>
                      <a:pt x="1082836" y="68580"/>
                      <a:pt x="1076486" y="67310"/>
                      <a:pt x="1068866" y="68580"/>
                    </a:cubicBezTo>
                    <a:cubicBezTo>
                      <a:pt x="1063786" y="69850"/>
                      <a:pt x="1059976" y="67310"/>
                      <a:pt x="1056166" y="64770"/>
                    </a:cubicBezTo>
                    <a:cubicBezTo>
                      <a:pt x="1046006" y="57150"/>
                      <a:pt x="1035846" y="48260"/>
                      <a:pt x="1021876" y="52070"/>
                    </a:cubicBezTo>
                    <a:cubicBezTo>
                      <a:pt x="1020606" y="52070"/>
                      <a:pt x="1018066" y="50800"/>
                      <a:pt x="1016796" y="49530"/>
                    </a:cubicBezTo>
                    <a:cubicBezTo>
                      <a:pt x="1012986" y="48260"/>
                      <a:pt x="1010446" y="45720"/>
                      <a:pt x="1005366" y="43180"/>
                    </a:cubicBezTo>
                    <a:cubicBezTo>
                      <a:pt x="1005366" y="46990"/>
                      <a:pt x="1005366" y="48260"/>
                      <a:pt x="1006636" y="50800"/>
                    </a:cubicBezTo>
                    <a:cubicBezTo>
                      <a:pt x="1004096" y="53340"/>
                      <a:pt x="1002826" y="52070"/>
                      <a:pt x="1001556" y="50800"/>
                    </a:cubicBezTo>
                    <a:cubicBezTo>
                      <a:pt x="1000286" y="52070"/>
                      <a:pt x="999016" y="54610"/>
                      <a:pt x="997746" y="54610"/>
                    </a:cubicBezTo>
                    <a:cubicBezTo>
                      <a:pt x="991396" y="57150"/>
                      <a:pt x="985046" y="58420"/>
                      <a:pt x="978696" y="60960"/>
                    </a:cubicBezTo>
                    <a:cubicBezTo>
                      <a:pt x="976156" y="62230"/>
                      <a:pt x="973616" y="63500"/>
                      <a:pt x="972346" y="64770"/>
                    </a:cubicBezTo>
                    <a:cubicBezTo>
                      <a:pt x="967266" y="68580"/>
                      <a:pt x="963456" y="74930"/>
                      <a:pt x="954566" y="73660"/>
                    </a:cubicBezTo>
                    <a:cubicBezTo>
                      <a:pt x="953296" y="73660"/>
                      <a:pt x="950756" y="76200"/>
                      <a:pt x="948216" y="76200"/>
                    </a:cubicBezTo>
                    <a:cubicBezTo>
                      <a:pt x="945676" y="77470"/>
                      <a:pt x="941866" y="77470"/>
                      <a:pt x="939326" y="78740"/>
                    </a:cubicBezTo>
                    <a:lnTo>
                      <a:pt x="936786" y="78740"/>
                    </a:lnTo>
                    <a:cubicBezTo>
                      <a:pt x="929166" y="81280"/>
                      <a:pt x="922816" y="83820"/>
                      <a:pt x="915196" y="85090"/>
                    </a:cubicBezTo>
                    <a:lnTo>
                      <a:pt x="910116" y="85090"/>
                    </a:lnTo>
                    <a:cubicBezTo>
                      <a:pt x="903766" y="85090"/>
                      <a:pt x="898686" y="83820"/>
                      <a:pt x="892336" y="83820"/>
                    </a:cubicBezTo>
                    <a:cubicBezTo>
                      <a:pt x="885986" y="83820"/>
                      <a:pt x="879636" y="86360"/>
                      <a:pt x="873286" y="86360"/>
                    </a:cubicBezTo>
                    <a:cubicBezTo>
                      <a:pt x="865666" y="86360"/>
                      <a:pt x="856776" y="86360"/>
                      <a:pt x="850426" y="81280"/>
                    </a:cubicBezTo>
                    <a:cubicBezTo>
                      <a:pt x="849156" y="80010"/>
                      <a:pt x="845346" y="80010"/>
                      <a:pt x="842806" y="81280"/>
                    </a:cubicBezTo>
                    <a:cubicBezTo>
                      <a:pt x="833916" y="82550"/>
                      <a:pt x="825026" y="83820"/>
                      <a:pt x="817406" y="86360"/>
                    </a:cubicBezTo>
                    <a:cubicBezTo>
                      <a:pt x="809786" y="88900"/>
                      <a:pt x="805976" y="86360"/>
                      <a:pt x="803436" y="80010"/>
                    </a:cubicBezTo>
                    <a:cubicBezTo>
                      <a:pt x="802166" y="77470"/>
                      <a:pt x="799626" y="74930"/>
                      <a:pt x="797086" y="72390"/>
                    </a:cubicBezTo>
                    <a:cubicBezTo>
                      <a:pt x="793276" y="69850"/>
                      <a:pt x="789466" y="66040"/>
                      <a:pt x="785656" y="66040"/>
                    </a:cubicBezTo>
                    <a:cubicBezTo>
                      <a:pt x="776766" y="66040"/>
                      <a:pt x="771686" y="60960"/>
                      <a:pt x="765336" y="57150"/>
                    </a:cubicBezTo>
                    <a:cubicBezTo>
                      <a:pt x="755176" y="50800"/>
                      <a:pt x="746286" y="43180"/>
                      <a:pt x="733586" y="44450"/>
                    </a:cubicBezTo>
                    <a:lnTo>
                      <a:pt x="733586" y="38100"/>
                    </a:lnTo>
                    <a:cubicBezTo>
                      <a:pt x="736126" y="38100"/>
                      <a:pt x="738666" y="38100"/>
                      <a:pt x="741206" y="36830"/>
                    </a:cubicBezTo>
                    <a:cubicBezTo>
                      <a:pt x="737396" y="34290"/>
                      <a:pt x="737396" y="30480"/>
                      <a:pt x="734856" y="27940"/>
                    </a:cubicBezTo>
                    <a:cubicBezTo>
                      <a:pt x="729776" y="24130"/>
                      <a:pt x="724696" y="22860"/>
                      <a:pt x="719616" y="20320"/>
                    </a:cubicBezTo>
                    <a:cubicBezTo>
                      <a:pt x="715806" y="19050"/>
                      <a:pt x="710726" y="19050"/>
                      <a:pt x="713266" y="25400"/>
                    </a:cubicBezTo>
                    <a:cubicBezTo>
                      <a:pt x="706916" y="26670"/>
                      <a:pt x="701836" y="26670"/>
                      <a:pt x="699296" y="29210"/>
                    </a:cubicBezTo>
                    <a:cubicBezTo>
                      <a:pt x="694216" y="33020"/>
                      <a:pt x="689136" y="30480"/>
                      <a:pt x="685326" y="27940"/>
                    </a:cubicBezTo>
                    <a:cubicBezTo>
                      <a:pt x="682786" y="26670"/>
                      <a:pt x="680246" y="25400"/>
                      <a:pt x="677706" y="26670"/>
                    </a:cubicBezTo>
                    <a:cubicBezTo>
                      <a:pt x="662466" y="34290"/>
                      <a:pt x="647226" y="30480"/>
                      <a:pt x="631986" y="30480"/>
                    </a:cubicBezTo>
                    <a:cubicBezTo>
                      <a:pt x="629446" y="30480"/>
                      <a:pt x="626906" y="29210"/>
                      <a:pt x="623096" y="29210"/>
                    </a:cubicBezTo>
                    <a:cubicBezTo>
                      <a:pt x="618016" y="27940"/>
                      <a:pt x="614206" y="25400"/>
                      <a:pt x="609126" y="24130"/>
                    </a:cubicBezTo>
                    <a:cubicBezTo>
                      <a:pt x="604046" y="22860"/>
                      <a:pt x="597696" y="21590"/>
                      <a:pt x="592616" y="20320"/>
                    </a:cubicBezTo>
                    <a:lnTo>
                      <a:pt x="588806" y="20320"/>
                    </a:lnTo>
                    <a:cubicBezTo>
                      <a:pt x="579916" y="20320"/>
                      <a:pt x="571026" y="21590"/>
                      <a:pt x="563406" y="21590"/>
                    </a:cubicBezTo>
                    <a:cubicBezTo>
                      <a:pt x="557056" y="21590"/>
                      <a:pt x="550706" y="19050"/>
                      <a:pt x="543086" y="17780"/>
                    </a:cubicBezTo>
                    <a:cubicBezTo>
                      <a:pt x="541816" y="7620"/>
                      <a:pt x="531656" y="10160"/>
                      <a:pt x="525306" y="5080"/>
                    </a:cubicBezTo>
                    <a:cubicBezTo>
                      <a:pt x="524036" y="3810"/>
                      <a:pt x="521496" y="5080"/>
                      <a:pt x="520226" y="5080"/>
                    </a:cubicBezTo>
                    <a:cubicBezTo>
                      <a:pt x="512606" y="3810"/>
                      <a:pt x="507526" y="7620"/>
                      <a:pt x="504986" y="13970"/>
                    </a:cubicBezTo>
                    <a:cubicBezTo>
                      <a:pt x="501176" y="20320"/>
                      <a:pt x="491016" y="22860"/>
                      <a:pt x="494826" y="33020"/>
                    </a:cubicBezTo>
                    <a:cubicBezTo>
                      <a:pt x="496096" y="34290"/>
                      <a:pt x="498636" y="35560"/>
                      <a:pt x="499906" y="38100"/>
                    </a:cubicBezTo>
                    <a:cubicBezTo>
                      <a:pt x="499906" y="41910"/>
                      <a:pt x="498636" y="44450"/>
                      <a:pt x="494826" y="43180"/>
                    </a:cubicBezTo>
                    <a:cubicBezTo>
                      <a:pt x="493556" y="43180"/>
                      <a:pt x="492286" y="45720"/>
                      <a:pt x="491016" y="46990"/>
                    </a:cubicBezTo>
                    <a:cubicBezTo>
                      <a:pt x="489746" y="48260"/>
                      <a:pt x="489746" y="50800"/>
                      <a:pt x="488476" y="50800"/>
                    </a:cubicBezTo>
                    <a:cubicBezTo>
                      <a:pt x="480856" y="53340"/>
                      <a:pt x="475776" y="59690"/>
                      <a:pt x="466886" y="58420"/>
                    </a:cubicBezTo>
                    <a:lnTo>
                      <a:pt x="464346" y="58420"/>
                    </a:lnTo>
                    <a:cubicBezTo>
                      <a:pt x="456726" y="64770"/>
                      <a:pt x="449106" y="63500"/>
                      <a:pt x="440216" y="62230"/>
                    </a:cubicBezTo>
                    <a:cubicBezTo>
                      <a:pt x="436406" y="60960"/>
                      <a:pt x="431326" y="62230"/>
                      <a:pt x="426246" y="62230"/>
                    </a:cubicBezTo>
                    <a:cubicBezTo>
                      <a:pt x="422436" y="62230"/>
                      <a:pt x="418626" y="62230"/>
                      <a:pt x="414816" y="59690"/>
                    </a:cubicBezTo>
                    <a:cubicBezTo>
                      <a:pt x="409736" y="57150"/>
                      <a:pt x="404656" y="53340"/>
                      <a:pt x="399576" y="50800"/>
                    </a:cubicBezTo>
                    <a:cubicBezTo>
                      <a:pt x="394496" y="48260"/>
                      <a:pt x="388146" y="48260"/>
                      <a:pt x="388146" y="39370"/>
                    </a:cubicBezTo>
                    <a:cubicBezTo>
                      <a:pt x="388146" y="38100"/>
                      <a:pt x="385606" y="36830"/>
                      <a:pt x="385606" y="35560"/>
                    </a:cubicBezTo>
                    <a:cubicBezTo>
                      <a:pt x="376716" y="43180"/>
                      <a:pt x="369096" y="49530"/>
                      <a:pt x="361476" y="55880"/>
                    </a:cubicBezTo>
                    <a:cubicBezTo>
                      <a:pt x="357666" y="59690"/>
                      <a:pt x="352586" y="64770"/>
                      <a:pt x="355126" y="71120"/>
                    </a:cubicBezTo>
                    <a:cubicBezTo>
                      <a:pt x="355126" y="72390"/>
                      <a:pt x="353856" y="73660"/>
                      <a:pt x="353856" y="74930"/>
                    </a:cubicBezTo>
                    <a:cubicBezTo>
                      <a:pt x="352586" y="77470"/>
                      <a:pt x="351316" y="80010"/>
                      <a:pt x="348776" y="81280"/>
                    </a:cubicBezTo>
                    <a:cubicBezTo>
                      <a:pt x="346236" y="85090"/>
                      <a:pt x="343696" y="88900"/>
                      <a:pt x="341156" y="93980"/>
                    </a:cubicBezTo>
                    <a:lnTo>
                      <a:pt x="333536" y="101600"/>
                    </a:lnTo>
                    <a:cubicBezTo>
                      <a:pt x="330996" y="105410"/>
                      <a:pt x="328456" y="109220"/>
                      <a:pt x="324646" y="111760"/>
                    </a:cubicBezTo>
                    <a:cubicBezTo>
                      <a:pt x="315756" y="119380"/>
                      <a:pt x="306866" y="127000"/>
                      <a:pt x="296706" y="134620"/>
                    </a:cubicBezTo>
                    <a:cubicBezTo>
                      <a:pt x="291626" y="139700"/>
                      <a:pt x="285276" y="143510"/>
                      <a:pt x="280196" y="148590"/>
                    </a:cubicBezTo>
                    <a:cubicBezTo>
                      <a:pt x="271306" y="156210"/>
                      <a:pt x="261146" y="162560"/>
                      <a:pt x="256066" y="173990"/>
                    </a:cubicBezTo>
                    <a:cubicBezTo>
                      <a:pt x="256066" y="175260"/>
                      <a:pt x="253526" y="176530"/>
                      <a:pt x="252256" y="177800"/>
                    </a:cubicBezTo>
                    <a:cubicBezTo>
                      <a:pt x="245906" y="182880"/>
                      <a:pt x="235746" y="182880"/>
                      <a:pt x="235746" y="193040"/>
                    </a:cubicBezTo>
                    <a:cubicBezTo>
                      <a:pt x="225586" y="193040"/>
                      <a:pt x="220506" y="200660"/>
                      <a:pt x="215426" y="207010"/>
                    </a:cubicBezTo>
                    <a:cubicBezTo>
                      <a:pt x="211616" y="212090"/>
                      <a:pt x="207806" y="218440"/>
                      <a:pt x="202726" y="222250"/>
                    </a:cubicBezTo>
                    <a:cubicBezTo>
                      <a:pt x="197646" y="224790"/>
                      <a:pt x="191296" y="223520"/>
                      <a:pt x="184946" y="223520"/>
                    </a:cubicBezTo>
                    <a:cubicBezTo>
                      <a:pt x="182406" y="223520"/>
                      <a:pt x="179866" y="223520"/>
                      <a:pt x="179866" y="224790"/>
                    </a:cubicBezTo>
                    <a:cubicBezTo>
                      <a:pt x="174786" y="229870"/>
                      <a:pt x="168436" y="233680"/>
                      <a:pt x="164626" y="240030"/>
                    </a:cubicBezTo>
                    <a:cubicBezTo>
                      <a:pt x="160816" y="246380"/>
                      <a:pt x="157006" y="250190"/>
                      <a:pt x="150656" y="251460"/>
                    </a:cubicBezTo>
                    <a:cubicBezTo>
                      <a:pt x="144306" y="252730"/>
                      <a:pt x="137956" y="259080"/>
                      <a:pt x="129066" y="255270"/>
                    </a:cubicBezTo>
                    <a:cubicBezTo>
                      <a:pt x="121446" y="252730"/>
                      <a:pt x="112556" y="255270"/>
                      <a:pt x="107476" y="250190"/>
                    </a:cubicBezTo>
                    <a:cubicBezTo>
                      <a:pt x="97316" y="251460"/>
                      <a:pt x="89696" y="254000"/>
                      <a:pt x="80806" y="255270"/>
                    </a:cubicBezTo>
                    <a:cubicBezTo>
                      <a:pt x="70646" y="257810"/>
                      <a:pt x="59216" y="256540"/>
                      <a:pt x="50326" y="264160"/>
                    </a:cubicBezTo>
                    <a:cubicBezTo>
                      <a:pt x="42706" y="270510"/>
                      <a:pt x="36356" y="276860"/>
                      <a:pt x="24926" y="275590"/>
                    </a:cubicBezTo>
                    <a:cubicBezTo>
                      <a:pt x="26196" y="283210"/>
                      <a:pt x="27466" y="289560"/>
                      <a:pt x="28736" y="297180"/>
                    </a:cubicBezTo>
                    <a:cubicBezTo>
                      <a:pt x="31276" y="317500"/>
                      <a:pt x="33816" y="337820"/>
                      <a:pt x="35086" y="358140"/>
                    </a:cubicBezTo>
                    <a:cubicBezTo>
                      <a:pt x="38896" y="383540"/>
                      <a:pt x="40166" y="407670"/>
                      <a:pt x="37626" y="431800"/>
                    </a:cubicBezTo>
                    <a:cubicBezTo>
                      <a:pt x="35086" y="466090"/>
                      <a:pt x="23656" y="1639570"/>
                      <a:pt x="12226" y="1671320"/>
                    </a:cubicBezTo>
                    <a:lnTo>
                      <a:pt x="796" y="1697990"/>
                    </a:lnTo>
                    <a:cubicBezTo>
                      <a:pt x="-1744" y="1704340"/>
                      <a:pt x="2066" y="1708150"/>
                      <a:pt x="8416" y="1709420"/>
                    </a:cubicBezTo>
                    <a:cubicBezTo>
                      <a:pt x="16036" y="1710690"/>
                      <a:pt x="18576" y="1715770"/>
                      <a:pt x="21116" y="1722120"/>
                    </a:cubicBezTo>
                    <a:cubicBezTo>
                      <a:pt x="23656" y="1732280"/>
                      <a:pt x="19846" y="1742440"/>
                      <a:pt x="24926" y="1752600"/>
                    </a:cubicBezTo>
                    <a:cubicBezTo>
                      <a:pt x="27466" y="1757680"/>
                      <a:pt x="24926" y="1766570"/>
                      <a:pt x="23656" y="1774190"/>
                    </a:cubicBezTo>
                    <a:cubicBezTo>
                      <a:pt x="22386" y="1784350"/>
                      <a:pt x="24926" y="1794510"/>
                      <a:pt x="28736" y="1803400"/>
                    </a:cubicBezTo>
                    <a:cubicBezTo>
                      <a:pt x="37626" y="1818640"/>
                      <a:pt x="38896" y="1836420"/>
                      <a:pt x="38896" y="1852930"/>
                    </a:cubicBezTo>
                    <a:cubicBezTo>
                      <a:pt x="38896" y="1856740"/>
                      <a:pt x="40166" y="1860550"/>
                      <a:pt x="41436" y="1863090"/>
                    </a:cubicBezTo>
                    <a:cubicBezTo>
                      <a:pt x="43976" y="1865630"/>
                      <a:pt x="49056" y="1868170"/>
                      <a:pt x="54136" y="1869440"/>
                    </a:cubicBezTo>
                    <a:lnTo>
                      <a:pt x="84616" y="1884680"/>
                    </a:lnTo>
                    <a:cubicBezTo>
                      <a:pt x="98586" y="1892300"/>
                      <a:pt x="110016" y="1891030"/>
                      <a:pt x="122716" y="1882140"/>
                    </a:cubicBezTo>
                    <a:cubicBezTo>
                      <a:pt x="123986" y="1880870"/>
                      <a:pt x="127796" y="1879600"/>
                      <a:pt x="129066" y="1879600"/>
                    </a:cubicBezTo>
                    <a:cubicBezTo>
                      <a:pt x="137956" y="1880870"/>
                      <a:pt x="146846" y="1880870"/>
                      <a:pt x="154466" y="1888490"/>
                    </a:cubicBezTo>
                    <a:cubicBezTo>
                      <a:pt x="163356" y="1896110"/>
                      <a:pt x="176056" y="1901190"/>
                      <a:pt x="186216" y="1907540"/>
                    </a:cubicBezTo>
                    <a:cubicBezTo>
                      <a:pt x="192566" y="1911350"/>
                      <a:pt x="200186" y="1916430"/>
                      <a:pt x="203996" y="1921510"/>
                    </a:cubicBezTo>
                    <a:cubicBezTo>
                      <a:pt x="206536" y="1924050"/>
                      <a:pt x="209076" y="1926590"/>
                      <a:pt x="211616" y="1927860"/>
                    </a:cubicBezTo>
                    <a:cubicBezTo>
                      <a:pt x="225586" y="1932940"/>
                      <a:pt x="233206" y="1945640"/>
                      <a:pt x="242096" y="1955800"/>
                    </a:cubicBezTo>
                    <a:cubicBezTo>
                      <a:pt x="249716" y="1964690"/>
                      <a:pt x="259876" y="1969770"/>
                      <a:pt x="271306" y="1971040"/>
                    </a:cubicBezTo>
                    <a:cubicBezTo>
                      <a:pt x="284006" y="1973580"/>
                      <a:pt x="296706" y="1974850"/>
                      <a:pt x="309406" y="1977390"/>
                    </a:cubicBezTo>
                    <a:cubicBezTo>
                      <a:pt x="314486" y="1978660"/>
                      <a:pt x="320836" y="1979930"/>
                      <a:pt x="325916" y="1982470"/>
                    </a:cubicBezTo>
                    <a:cubicBezTo>
                      <a:pt x="332266" y="1985010"/>
                      <a:pt x="338616" y="1985010"/>
                      <a:pt x="343696" y="1988820"/>
                    </a:cubicBezTo>
                    <a:cubicBezTo>
                      <a:pt x="351316" y="1995170"/>
                      <a:pt x="358936" y="1998980"/>
                      <a:pt x="369096" y="1996440"/>
                    </a:cubicBezTo>
                    <a:cubicBezTo>
                      <a:pt x="372906" y="1995170"/>
                      <a:pt x="377986" y="1997710"/>
                      <a:pt x="381796" y="1998980"/>
                    </a:cubicBezTo>
                    <a:cubicBezTo>
                      <a:pt x="383066" y="1998980"/>
                      <a:pt x="384336" y="2000250"/>
                      <a:pt x="385606" y="2000250"/>
                    </a:cubicBezTo>
                    <a:cubicBezTo>
                      <a:pt x="399576" y="2001520"/>
                      <a:pt x="412276" y="1998980"/>
                      <a:pt x="424976" y="1996440"/>
                    </a:cubicBezTo>
                    <a:cubicBezTo>
                      <a:pt x="430056" y="1995170"/>
                      <a:pt x="435136" y="1993900"/>
                      <a:pt x="440216" y="1991360"/>
                    </a:cubicBezTo>
                    <a:cubicBezTo>
                      <a:pt x="454186" y="1985010"/>
                      <a:pt x="468156" y="1978660"/>
                      <a:pt x="480856" y="1971040"/>
                    </a:cubicBezTo>
                    <a:cubicBezTo>
                      <a:pt x="489746" y="1965960"/>
                      <a:pt x="498636" y="1960880"/>
                      <a:pt x="508796" y="1965960"/>
                    </a:cubicBezTo>
                    <a:lnTo>
                      <a:pt x="513876" y="1965960"/>
                    </a:lnTo>
                    <a:cubicBezTo>
                      <a:pt x="522766" y="1965960"/>
                      <a:pt x="531656" y="1964690"/>
                      <a:pt x="539276" y="1963420"/>
                    </a:cubicBezTo>
                    <a:cubicBezTo>
                      <a:pt x="540546" y="1963420"/>
                      <a:pt x="543086" y="1963420"/>
                      <a:pt x="543086" y="1962150"/>
                    </a:cubicBezTo>
                    <a:cubicBezTo>
                      <a:pt x="546896" y="1957070"/>
                      <a:pt x="553246" y="1957070"/>
                      <a:pt x="559596" y="1955800"/>
                    </a:cubicBezTo>
                    <a:cubicBezTo>
                      <a:pt x="569756" y="1954530"/>
                      <a:pt x="579916" y="1954530"/>
                      <a:pt x="587536" y="1948180"/>
                    </a:cubicBezTo>
                    <a:cubicBezTo>
                      <a:pt x="595156" y="1943100"/>
                      <a:pt x="602776" y="1941830"/>
                      <a:pt x="611666" y="1940560"/>
                    </a:cubicBezTo>
                    <a:cubicBezTo>
                      <a:pt x="612936" y="1940560"/>
                      <a:pt x="615476" y="1939290"/>
                      <a:pt x="616746" y="1939290"/>
                    </a:cubicBezTo>
                    <a:cubicBezTo>
                      <a:pt x="623096" y="1938020"/>
                      <a:pt x="629446" y="1934210"/>
                      <a:pt x="634526" y="1935480"/>
                    </a:cubicBezTo>
                    <a:cubicBezTo>
                      <a:pt x="645956" y="1938020"/>
                      <a:pt x="651036" y="1934210"/>
                      <a:pt x="658656" y="1924050"/>
                    </a:cubicBezTo>
                    <a:cubicBezTo>
                      <a:pt x="659926" y="1921510"/>
                      <a:pt x="663736" y="1920240"/>
                      <a:pt x="666276" y="1918970"/>
                    </a:cubicBezTo>
                    <a:cubicBezTo>
                      <a:pt x="672626" y="1917700"/>
                      <a:pt x="678976" y="1918970"/>
                      <a:pt x="685326" y="1917700"/>
                    </a:cubicBezTo>
                    <a:cubicBezTo>
                      <a:pt x="689136" y="1917700"/>
                      <a:pt x="692946" y="1913890"/>
                      <a:pt x="695486" y="1913890"/>
                    </a:cubicBezTo>
                    <a:cubicBezTo>
                      <a:pt x="705646" y="1915160"/>
                      <a:pt x="717076" y="1911350"/>
                      <a:pt x="725966" y="1917700"/>
                    </a:cubicBezTo>
                    <a:cubicBezTo>
                      <a:pt x="727236" y="1918970"/>
                      <a:pt x="729776" y="1918970"/>
                      <a:pt x="732316" y="1918970"/>
                    </a:cubicBezTo>
                    <a:cubicBezTo>
                      <a:pt x="748826" y="1920240"/>
                      <a:pt x="762796" y="1925320"/>
                      <a:pt x="774226" y="1935480"/>
                    </a:cubicBezTo>
                    <a:cubicBezTo>
                      <a:pt x="778036" y="1939290"/>
                      <a:pt x="783116" y="1941830"/>
                      <a:pt x="786926" y="1944370"/>
                    </a:cubicBezTo>
                    <a:cubicBezTo>
                      <a:pt x="790736" y="1946910"/>
                      <a:pt x="795816" y="1946910"/>
                      <a:pt x="799626" y="1948180"/>
                    </a:cubicBezTo>
                    <a:cubicBezTo>
                      <a:pt x="803436" y="1949450"/>
                      <a:pt x="805976" y="1950720"/>
                      <a:pt x="809786" y="1950720"/>
                    </a:cubicBezTo>
                    <a:cubicBezTo>
                      <a:pt x="816136" y="1950720"/>
                      <a:pt x="821216" y="1953260"/>
                      <a:pt x="825026" y="1958340"/>
                    </a:cubicBezTo>
                    <a:cubicBezTo>
                      <a:pt x="826296" y="1959610"/>
                      <a:pt x="827566" y="1960880"/>
                      <a:pt x="828836" y="1963420"/>
                    </a:cubicBezTo>
                    <a:cubicBezTo>
                      <a:pt x="827566" y="1967230"/>
                      <a:pt x="835186" y="1977390"/>
                      <a:pt x="840266" y="1977390"/>
                    </a:cubicBezTo>
                    <a:cubicBezTo>
                      <a:pt x="849156" y="1977390"/>
                      <a:pt x="858046" y="1979930"/>
                      <a:pt x="865666" y="1986280"/>
                    </a:cubicBezTo>
                    <a:cubicBezTo>
                      <a:pt x="866936" y="1987550"/>
                      <a:pt x="869476" y="1987550"/>
                      <a:pt x="872016" y="1986280"/>
                    </a:cubicBezTo>
                    <a:cubicBezTo>
                      <a:pt x="875826" y="1985010"/>
                      <a:pt x="878366" y="1985010"/>
                      <a:pt x="880906" y="1988820"/>
                    </a:cubicBezTo>
                    <a:cubicBezTo>
                      <a:pt x="882176" y="1990090"/>
                      <a:pt x="887256" y="1990090"/>
                      <a:pt x="889796" y="1990090"/>
                    </a:cubicBezTo>
                    <a:cubicBezTo>
                      <a:pt x="896146" y="1990090"/>
                      <a:pt x="903766" y="1988820"/>
                      <a:pt x="910116" y="1990090"/>
                    </a:cubicBezTo>
                    <a:cubicBezTo>
                      <a:pt x="921546" y="1991360"/>
                      <a:pt x="931706" y="1992630"/>
                      <a:pt x="943136" y="1995170"/>
                    </a:cubicBezTo>
                    <a:cubicBezTo>
                      <a:pt x="945676" y="1995170"/>
                      <a:pt x="948216" y="1996440"/>
                      <a:pt x="949486" y="1997710"/>
                    </a:cubicBezTo>
                    <a:cubicBezTo>
                      <a:pt x="952026" y="2004060"/>
                      <a:pt x="958376" y="2004060"/>
                      <a:pt x="962186" y="2005330"/>
                    </a:cubicBezTo>
                    <a:cubicBezTo>
                      <a:pt x="965996" y="2006600"/>
                      <a:pt x="971076" y="2007870"/>
                      <a:pt x="973616" y="2007870"/>
                    </a:cubicBezTo>
                    <a:cubicBezTo>
                      <a:pt x="974886" y="2006600"/>
                      <a:pt x="977426" y="2005330"/>
                      <a:pt x="979966" y="2002790"/>
                    </a:cubicBezTo>
                    <a:cubicBezTo>
                      <a:pt x="974886" y="2002790"/>
                      <a:pt x="972346" y="2004060"/>
                      <a:pt x="969806" y="2004060"/>
                    </a:cubicBezTo>
                    <a:cubicBezTo>
                      <a:pt x="974886" y="1997710"/>
                      <a:pt x="979966" y="1996440"/>
                      <a:pt x="986316" y="2000250"/>
                    </a:cubicBezTo>
                    <a:cubicBezTo>
                      <a:pt x="993936" y="2006600"/>
                      <a:pt x="1000286" y="2006600"/>
                      <a:pt x="1009176" y="2000250"/>
                    </a:cubicBezTo>
                    <a:lnTo>
                      <a:pt x="1016796" y="1996440"/>
                    </a:lnTo>
                    <a:lnTo>
                      <a:pt x="1016796" y="1990090"/>
                    </a:lnTo>
                    <a:cubicBezTo>
                      <a:pt x="1020606" y="1991360"/>
                      <a:pt x="1024416" y="1993900"/>
                      <a:pt x="1026956" y="1993900"/>
                    </a:cubicBezTo>
                    <a:cubicBezTo>
                      <a:pt x="1034576" y="1990090"/>
                      <a:pt x="1042196" y="1986280"/>
                      <a:pt x="1048546" y="1981200"/>
                    </a:cubicBezTo>
                    <a:cubicBezTo>
                      <a:pt x="1056166" y="1976120"/>
                      <a:pt x="1062516" y="1969770"/>
                      <a:pt x="1068866" y="1964690"/>
                    </a:cubicBezTo>
                    <a:cubicBezTo>
                      <a:pt x="1070136" y="1964690"/>
                      <a:pt x="1070136" y="1963420"/>
                      <a:pt x="1071406" y="1963420"/>
                    </a:cubicBezTo>
                    <a:cubicBezTo>
                      <a:pt x="1080296" y="1960880"/>
                      <a:pt x="1087916" y="1959610"/>
                      <a:pt x="1096806" y="1957070"/>
                    </a:cubicBezTo>
                    <a:cubicBezTo>
                      <a:pt x="1101886" y="1955800"/>
                      <a:pt x="1105696" y="1953260"/>
                      <a:pt x="1110776" y="1951990"/>
                    </a:cubicBezTo>
                    <a:cubicBezTo>
                      <a:pt x="1114586" y="1950720"/>
                      <a:pt x="1117126" y="1950720"/>
                      <a:pt x="1120936" y="1949450"/>
                    </a:cubicBezTo>
                    <a:lnTo>
                      <a:pt x="1133636" y="1949450"/>
                    </a:lnTo>
                    <a:cubicBezTo>
                      <a:pt x="1136176" y="1949450"/>
                      <a:pt x="1139986" y="1949450"/>
                      <a:pt x="1142526" y="1948180"/>
                    </a:cubicBezTo>
                    <a:cubicBezTo>
                      <a:pt x="1143796" y="1945640"/>
                      <a:pt x="1146336" y="1941830"/>
                      <a:pt x="1147606" y="1941830"/>
                    </a:cubicBezTo>
                    <a:cubicBezTo>
                      <a:pt x="1151416" y="1941830"/>
                      <a:pt x="1153956" y="1944370"/>
                      <a:pt x="1157766" y="1945640"/>
                    </a:cubicBezTo>
                    <a:cubicBezTo>
                      <a:pt x="1159036" y="1945640"/>
                      <a:pt x="1159036" y="1946910"/>
                      <a:pt x="1159036" y="1948180"/>
                    </a:cubicBezTo>
                    <a:cubicBezTo>
                      <a:pt x="1164116" y="1953260"/>
                      <a:pt x="1167926" y="1959610"/>
                      <a:pt x="1173006" y="1964690"/>
                    </a:cubicBezTo>
                    <a:cubicBezTo>
                      <a:pt x="1179356" y="1971040"/>
                      <a:pt x="1185706" y="1971040"/>
                      <a:pt x="1189516" y="1967230"/>
                    </a:cubicBezTo>
                    <a:cubicBezTo>
                      <a:pt x="1195866" y="1962150"/>
                      <a:pt x="1200946" y="1958340"/>
                      <a:pt x="1209836" y="1960880"/>
                    </a:cubicBezTo>
                    <a:cubicBezTo>
                      <a:pt x="1211106" y="1960880"/>
                      <a:pt x="1213646" y="1962150"/>
                      <a:pt x="1214916" y="1960880"/>
                    </a:cubicBezTo>
                    <a:cubicBezTo>
                      <a:pt x="1221266" y="1958340"/>
                      <a:pt x="1228886" y="1955800"/>
                      <a:pt x="1235236" y="1951990"/>
                    </a:cubicBezTo>
                    <a:cubicBezTo>
                      <a:pt x="1239046" y="1950720"/>
                      <a:pt x="1244126" y="1950720"/>
                      <a:pt x="1245396" y="1948180"/>
                    </a:cubicBezTo>
                    <a:cubicBezTo>
                      <a:pt x="1249206" y="1940560"/>
                      <a:pt x="1255556" y="1936750"/>
                      <a:pt x="1261906" y="1931670"/>
                    </a:cubicBezTo>
                    <a:cubicBezTo>
                      <a:pt x="1265716" y="1927860"/>
                      <a:pt x="1269526" y="1922780"/>
                      <a:pt x="1273336" y="1921510"/>
                    </a:cubicBezTo>
                    <a:cubicBezTo>
                      <a:pt x="1282226" y="1918970"/>
                      <a:pt x="1288576" y="1911350"/>
                      <a:pt x="1296196" y="1906270"/>
                    </a:cubicBezTo>
                    <a:cubicBezTo>
                      <a:pt x="1302546" y="1902460"/>
                      <a:pt x="1306356" y="1894840"/>
                      <a:pt x="1312706" y="1893570"/>
                    </a:cubicBezTo>
                    <a:cubicBezTo>
                      <a:pt x="1322866" y="1891030"/>
                      <a:pt x="1330486" y="1884680"/>
                      <a:pt x="1339376" y="1878330"/>
                    </a:cubicBezTo>
                    <a:cubicBezTo>
                      <a:pt x="1344456" y="1874520"/>
                      <a:pt x="1350806" y="1871980"/>
                      <a:pt x="1357156" y="1873250"/>
                    </a:cubicBezTo>
                    <a:cubicBezTo>
                      <a:pt x="1360966" y="1874520"/>
                      <a:pt x="1366046" y="1873250"/>
                      <a:pt x="1368586" y="1871980"/>
                    </a:cubicBezTo>
                    <a:cubicBezTo>
                      <a:pt x="1373666" y="1869440"/>
                      <a:pt x="1378746" y="1865630"/>
                      <a:pt x="1383826" y="1863090"/>
                    </a:cubicBezTo>
                    <a:cubicBezTo>
                      <a:pt x="1387636" y="1860550"/>
                      <a:pt x="1391446" y="1858010"/>
                      <a:pt x="1395256" y="1858010"/>
                    </a:cubicBezTo>
                    <a:cubicBezTo>
                      <a:pt x="1407956" y="1856740"/>
                      <a:pt x="1418116" y="1854200"/>
                      <a:pt x="1424466" y="1841500"/>
                    </a:cubicBezTo>
                    <a:cubicBezTo>
                      <a:pt x="1427006" y="1836420"/>
                      <a:pt x="1439706" y="1830070"/>
                      <a:pt x="1444786" y="1832610"/>
                    </a:cubicBezTo>
                    <a:cubicBezTo>
                      <a:pt x="1453676" y="1836420"/>
                      <a:pt x="1460026" y="1833880"/>
                      <a:pt x="1465106" y="1826260"/>
                    </a:cubicBezTo>
                    <a:cubicBezTo>
                      <a:pt x="1468916" y="1822450"/>
                      <a:pt x="1473996" y="1823720"/>
                      <a:pt x="1477806" y="1826260"/>
                    </a:cubicBezTo>
                    <a:cubicBezTo>
                      <a:pt x="1480346" y="1828800"/>
                      <a:pt x="1482886" y="1830070"/>
                      <a:pt x="1485426" y="1830070"/>
                    </a:cubicBezTo>
                    <a:cubicBezTo>
                      <a:pt x="1494316" y="1831340"/>
                      <a:pt x="1504476" y="1830070"/>
                      <a:pt x="1513366" y="1831340"/>
                    </a:cubicBezTo>
                    <a:cubicBezTo>
                      <a:pt x="1520986" y="1832610"/>
                      <a:pt x="1528606" y="1830070"/>
                      <a:pt x="1533686" y="1824990"/>
                    </a:cubicBezTo>
                    <a:cubicBezTo>
                      <a:pt x="1538766" y="1819910"/>
                      <a:pt x="1542576" y="1819910"/>
                      <a:pt x="1550196" y="1822450"/>
                    </a:cubicBezTo>
                    <a:cubicBezTo>
                      <a:pt x="1556546" y="1824990"/>
                      <a:pt x="1561626" y="1831340"/>
                      <a:pt x="1570516" y="1830070"/>
                    </a:cubicBezTo>
                    <a:cubicBezTo>
                      <a:pt x="1578136" y="1828800"/>
                      <a:pt x="1587026" y="1832610"/>
                      <a:pt x="1595916" y="1828800"/>
                    </a:cubicBezTo>
                    <a:lnTo>
                      <a:pt x="1600996" y="1828800"/>
                    </a:lnTo>
                    <a:cubicBezTo>
                      <a:pt x="1608616" y="1831340"/>
                      <a:pt x="1616236" y="1832610"/>
                      <a:pt x="1622586" y="1838960"/>
                    </a:cubicBezTo>
                    <a:cubicBezTo>
                      <a:pt x="1630206" y="1845310"/>
                      <a:pt x="1631476" y="1798320"/>
                      <a:pt x="1639096" y="1803400"/>
                    </a:cubicBezTo>
                    <a:cubicBezTo>
                      <a:pt x="1650526" y="1811020"/>
                      <a:pt x="1647986" y="1803400"/>
                      <a:pt x="1659416" y="1809750"/>
                    </a:cubicBezTo>
                    <a:cubicBezTo>
                      <a:pt x="1668306" y="1813560"/>
                      <a:pt x="1664496" y="1799590"/>
                      <a:pt x="1674656" y="1802130"/>
                    </a:cubicBezTo>
                    <a:cubicBezTo>
                      <a:pt x="1675926" y="1802130"/>
                      <a:pt x="1691166" y="1812290"/>
                      <a:pt x="1691166" y="1811020"/>
                    </a:cubicBezTo>
                    <a:cubicBezTo>
                      <a:pt x="1697516" y="1807210"/>
                      <a:pt x="1703866" y="1769110"/>
                      <a:pt x="1710216" y="1770380"/>
                    </a:cubicBezTo>
                    <a:cubicBezTo>
                      <a:pt x="1722916" y="1774190"/>
                      <a:pt x="1734346" y="1771650"/>
                      <a:pt x="1745776" y="1766570"/>
                    </a:cubicBezTo>
                    <a:cubicBezTo>
                      <a:pt x="1752126" y="1764030"/>
                      <a:pt x="1762286" y="1755140"/>
                      <a:pt x="1767366" y="1758950"/>
                    </a:cubicBezTo>
                    <a:cubicBezTo>
                      <a:pt x="1776256" y="1765300"/>
                      <a:pt x="1785146" y="1767840"/>
                      <a:pt x="1795306" y="1769110"/>
                    </a:cubicBezTo>
                    <a:cubicBezTo>
                      <a:pt x="1796576" y="1769110"/>
                      <a:pt x="1797846" y="1770380"/>
                      <a:pt x="1799116" y="1771650"/>
                    </a:cubicBezTo>
                    <a:cubicBezTo>
                      <a:pt x="1802926" y="1776730"/>
                      <a:pt x="1820706" y="1762760"/>
                      <a:pt x="1824516" y="1767840"/>
                    </a:cubicBezTo>
                    <a:cubicBezTo>
                      <a:pt x="1829596" y="1775460"/>
                      <a:pt x="1834676" y="1783080"/>
                      <a:pt x="1839756" y="1789430"/>
                    </a:cubicBezTo>
                    <a:cubicBezTo>
                      <a:pt x="1842296" y="1791970"/>
                      <a:pt x="1846106" y="1793240"/>
                      <a:pt x="1847376" y="1795780"/>
                    </a:cubicBezTo>
                    <a:cubicBezTo>
                      <a:pt x="1848646" y="1802130"/>
                      <a:pt x="1851186" y="1804670"/>
                      <a:pt x="1857536" y="1804670"/>
                    </a:cubicBezTo>
                    <a:cubicBezTo>
                      <a:pt x="1861346" y="1804670"/>
                      <a:pt x="1865156" y="1805940"/>
                      <a:pt x="1867696" y="1808480"/>
                    </a:cubicBezTo>
                    <a:cubicBezTo>
                      <a:pt x="1874046" y="1812290"/>
                      <a:pt x="1879126" y="1816100"/>
                      <a:pt x="1884206" y="1819910"/>
                    </a:cubicBezTo>
                    <a:cubicBezTo>
                      <a:pt x="1890556" y="1823720"/>
                      <a:pt x="1896906" y="1827530"/>
                      <a:pt x="1899446" y="1833880"/>
                    </a:cubicBezTo>
                    <a:cubicBezTo>
                      <a:pt x="1900716" y="1836420"/>
                      <a:pt x="1901986" y="1837690"/>
                      <a:pt x="1903256" y="1838960"/>
                    </a:cubicBezTo>
                    <a:cubicBezTo>
                      <a:pt x="1908336" y="1844040"/>
                      <a:pt x="1913416" y="1847850"/>
                      <a:pt x="1918496" y="1852930"/>
                    </a:cubicBezTo>
                    <a:cubicBezTo>
                      <a:pt x="1926116" y="1859280"/>
                      <a:pt x="1932466" y="1866900"/>
                      <a:pt x="1940086" y="1873250"/>
                    </a:cubicBezTo>
                    <a:cubicBezTo>
                      <a:pt x="1942626" y="1874520"/>
                      <a:pt x="1945166" y="1877060"/>
                      <a:pt x="1947706" y="1878330"/>
                    </a:cubicBezTo>
                    <a:cubicBezTo>
                      <a:pt x="1952786" y="1880870"/>
                      <a:pt x="1957866" y="1883410"/>
                      <a:pt x="1961676" y="1887220"/>
                    </a:cubicBezTo>
                    <a:cubicBezTo>
                      <a:pt x="1965486" y="1891030"/>
                      <a:pt x="1983266" y="1868170"/>
                      <a:pt x="1985806" y="1873250"/>
                    </a:cubicBezTo>
                    <a:cubicBezTo>
                      <a:pt x="1985806" y="1874520"/>
                      <a:pt x="1987076" y="1874520"/>
                      <a:pt x="1988346" y="1874520"/>
                    </a:cubicBezTo>
                    <a:cubicBezTo>
                      <a:pt x="1995966" y="1880870"/>
                      <a:pt x="2003586" y="1878330"/>
                      <a:pt x="2011206" y="1875790"/>
                    </a:cubicBezTo>
                    <a:cubicBezTo>
                      <a:pt x="2013746" y="1874520"/>
                      <a:pt x="2016286" y="1873250"/>
                      <a:pt x="2017556" y="1874520"/>
                    </a:cubicBezTo>
                    <a:cubicBezTo>
                      <a:pt x="2026446" y="1878330"/>
                      <a:pt x="2032796" y="1887220"/>
                      <a:pt x="2044226" y="1888490"/>
                    </a:cubicBezTo>
                    <a:cubicBezTo>
                      <a:pt x="2044226" y="1888490"/>
                      <a:pt x="2045496" y="1888490"/>
                      <a:pt x="2045496" y="1889760"/>
                    </a:cubicBezTo>
                    <a:cubicBezTo>
                      <a:pt x="2048036" y="1897380"/>
                      <a:pt x="2055656" y="1897380"/>
                      <a:pt x="2062006" y="1898650"/>
                    </a:cubicBezTo>
                    <a:cubicBezTo>
                      <a:pt x="2065816" y="1898650"/>
                      <a:pt x="2069626" y="1899920"/>
                      <a:pt x="2072166" y="1901190"/>
                    </a:cubicBezTo>
                    <a:cubicBezTo>
                      <a:pt x="2079786" y="1905000"/>
                      <a:pt x="2087406" y="1910080"/>
                      <a:pt x="2096296" y="1912620"/>
                    </a:cubicBezTo>
                    <a:cubicBezTo>
                      <a:pt x="2107726" y="1916430"/>
                      <a:pt x="2119156" y="1918970"/>
                      <a:pt x="2128046" y="1925320"/>
                    </a:cubicBezTo>
                    <a:cubicBezTo>
                      <a:pt x="2129316" y="1925320"/>
                      <a:pt x="2130586" y="1925320"/>
                      <a:pt x="2130586" y="1926590"/>
                    </a:cubicBezTo>
                    <a:cubicBezTo>
                      <a:pt x="2134396" y="1929130"/>
                      <a:pt x="2140746" y="1930400"/>
                      <a:pt x="2143286" y="1934210"/>
                    </a:cubicBezTo>
                    <a:cubicBezTo>
                      <a:pt x="2147096" y="1941830"/>
                      <a:pt x="2157256" y="1940560"/>
                      <a:pt x="2162336" y="1946910"/>
                    </a:cubicBezTo>
                    <a:lnTo>
                      <a:pt x="2163606" y="1946910"/>
                    </a:lnTo>
                    <a:cubicBezTo>
                      <a:pt x="2168686" y="1946910"/>
                      <a:pt x="2173766" y="1948180"/>
                      <a:pt x="2180116" y="1948180"/>
                    </a:cubicBezTo>
                    <a:cubicBezTo>
                      <a:pt x="2182656" y="1946910"/>
                      <a:pt x="2186466" y="1944370"/>
                      <a:pt x="2189006" y="1944370"/>
                    </a:cubicBezTo>
                    <a:cubicBezTo>
                      <a:pt x="2200436" y="1948180"/>
                      <a:pt x="2211866" y="1948180"/>
                      <a:pt x="2219486" y="1938020"/>
                    </a:cubicBezTo>
                    <a:cubicBezTo>
                      <a:pt x="2220756" y="1936750"/>
                      <a:pt x="2223296" y="1936750"/>
                      <a:pt x="2225836" y="1936750"/>
                    </a:cubicBezTo>
                    <a:lnTo>
                      <a:pt x="2235996" y="1936750"/>
                    </a:lnTo>
                    <a:cubicBezTo>
                      <a:pt x="2247426" y="1934210"/>
                      <a:pt x="2257586" y="1931670"/>
                      <a:pt x="2269016" y="1930400"/>
                    </a:cubicBezTo>
                    <a:cubicBezTo>
                      <a:pt x="2274096" y="1929130"/>
                      <a:pt x="2280446" y="1931670"/>
                      <a:pt x="2285526" y="1932940"/>
                    </a:cubicBezTo>
                    <a:cubicBezTo>
                      <a:pt x="2290606" y="1934210"/>
                      <a:pt x="2295686" y="1934210"/>
                      <a:pt x="2300766" y="1934210"/>
                    </a:cubicBezTo>
                    <a:cubicBezTo>
                      <a:pt x="2307116" y="1934210"/>
                      <a:pt x="2312196" y="1931670"/>
                      <a:pt x="2318546" y="1931670"/>
                    </a:cubicBezTo>
                    <a:cubicBezTo>
                      <a:pt x="2323626" y="1930400"/>
                      <a:pt x="2329976" y="1930400"/>
                      <a:pt x="2335056" y="1929130"/>
                    </a:cubicBezTo>
                    <a:cubicBezTo>
                      <a:pt x="2346486" y="1926590"/>
                      <a:pt x="2356646" y="1924050"/>
                      <a:pt x="2368076" y="1922780"/>
                    </a:cubicBezTo>
                    <a:cubicBezTo>
                      <a:pt x="2375696" y="1879600"/>
                      <a:pt x="2374426" y="1828800"/>
                      <a:pt x="2374426" y="1776730"/>
                    </a:cubicBezTo>
                    <a:close/>
                  </a:path>
                </a:pathLst>
              </a:custGeom>
              <a:blipFill>
                <a:blip r:embed="rId5"/>
                <a:stretch>
                  <a:fillRect l="0" t="-55266" r="0" b="-55266"/>
                </a:stretch>
              </a:blipFill>
            </p:spPr>
          </p:sp>
        </p:grpSp>
        <p:grpSp>
          <p:nvGrpSpPr>
            <p:cNvPr name="Group 11" id="11"/>
            <p:cNvGrpSpPr/>
            <p:nvPr/>
          </p:nvGrpSpPr>
          <p:grpSpPr>
            <a:xfrm rot="0">
              <a:off x="12721556" y="0"/>
              <a:ext cx="4316067" cy="3655962"/>
              <a:chOff x="0" y="0"/>
              <a:chExt cx="2374900" cy="2011680"/>
            </a:xfrm>
          </p:grpSpPr>
          <p:sp>
            <p:nvSpPr>
              <p:cNvPr name="Freeform 12" id="12"/>
              <p:cNvSpPr/>
              <p:nvPr/>
            </p:nvSpPr>
            <p:spPr>
              <a:xfrm flipH="false" flipV="false" rot="0">
                <a:off x="-796" y="-1270"/>
                <a:ext cx="2374505" cy="2007870"/>
              </a:xfrm>
              <a:custGeom>
                <a:avLst/>
                <a:gdLst/>
                <a:ahLst/>
                <a:cxnLst/>
                <a:rect r="r" b="b" t="t" l="l"/>
                <a:pathLst>
                  <a:path h="2007870" w="2374505">
                    <a:moveTo>
                      <a:pt x="2374426" y="1776730"/>
                    </a:moveTo>
                    <a:cubicBezTo>
                      <a:pt x="2373156" y="1275080"/>
                      <a:pt x="2357916" y="596900"/>
                      <a:pt x="2357916" y="96520"/>
                    </a:cubicBezTo>
                    <a:cubicBezTo>
                      <a:pt x="2357916" y="88900"/>
                      <a:pt x="2359186" y="81280"/>
                      <a:pt x="2359186" y="74930"/>
                    </a:cubicBezTo>
                    <a:cubicBezTo>
                      <a:pt x="2357916" y="73660"/>
                      <a:pt x="2356646" y="73660"/>
                      <a:pt x="2355376" y="72390"/>
                    </a:cubicBezTo>
                    <a:cubicBezTo>
                      <a:pt x="2355376" y="72390"/>
                      <a:pt x="2354106" y="73660"/>
                      <a:pt x="2354106" y="74930"/>
                    </a:cubicBezTo>
                    <a:cubicBezTo>
                      <a:pt x="2351566" y="81280"/>
                      <a:pt x="2346486" y="81280"/>
                      <a:pt x="2341406" y="81280"/>
                    </a:cubicBezTo>
                    <a:cubicBezTo>
                      <a:pt x="2335056" y="80010"/>
                      <a:pt x="2328706" y="73660"/>
                      <a:pt x="2321086" y="76200"/>
                    </a:cubicBezTo>
                    <a:cubicBezTo>
                      <a:pt x="2318546" y="77470"/>
                      <a:pt x="2313466" y="74930"/>
                      <a:pt x="2312196" y="72390"/>
                    </a:cubicBezTo>
                    <a:cubicBezTo>
                      <a:pt x="2308386" y="67310"/>
                      <a:pt x="2303306" y="67310"/>
                      <a:pt x="2298226" y="69850"/>
                    </a:cubicBezTo>
                    <a:cubicBezTo>
                      <a:pt x="2295686" y="71120"/>
                      <a:pt x="2293146" y="69850"/>
                      <a:pt x="2290606" y="69850"/>
                    </a:cubicBezTo>
                    <a:cubicBezTo>
                      <a:pt x="2286796" y="69850"/>
                      <a:pt x="2281716" y="68580"/>
                      <a:pt x="2277906" y="67310"/>
                    </a:cubicBezTo>
                    <a:cubicBezTo>
                      <a:pt x="2276636" y="67310"/>
                      <a:pt x="2274096" y="66040"/>
                      <a:pt x="2272826" y="66040"/>
                    </a:cubicBezTo>
                    <a:cubicBezTo>
                      <a:pt x="2269016" y="64770"/>
                      <a:pt x="2265206" y="60960"/>
                      <a:pt x="2261396" y="66040"/>
                    </a:cubicBezTo>
                    <a:cubicBezTo>
                      <a:pt x="2261396" y="66040"/>
                      <a:pt x="2258856" y="66040"/>
                      <a:pt x="2257586" y="64770"/>
                    </a:cubicBezTo>
                    <a:cubicBezTo>
                      <a:pt x="2256316" y="62230"/>
                      <a:pt x="2255046" y="58420"/>
                      <a:pt x="2253776" y="55880"/>
                    </a:cubicBezTo>
                    <a:cubicBezTo>
                      <a:pt x="2251236" y="52070"/>
                      <a:pt x="2251236" y="45720"/>
                      <a:pt x="2247426" y="43180"/>
                    </a:cubicBezTo>
                    <a:cubicBezTo>
                      <a:pt x="2244886" y="41910"/>
                      <a:pt x="2243616" y="40640"/>
                      <a:pt x="2242346" y="38100"/>
                    </a:cubicBezTo>
                    <a:cubicBezTo>
                      <a:pt x="2242346" y="36830"/>
                      <a:pt x="2239806" y="35560"/>
                      <a:pt x="2239806" y="34290"/>
                    </a:cubicBezTo>
                    <a:lnTo>
                      <a:pt x="2235996" y="30480"/>
                    </a:lnTo>
                    <a:cubicBezTo>
                      <a:pt x="2234726" y="27940"/>
                      <a:pt x="2233456" y="24130"/>
                      <a:pt x="2230916" y="22860"/>
                    </a:cubicBezTo>
                    <a:cubicBezTo>
                      <a:pt x="2225836" y="19050"/>
                      <a:pt x="2224566" y="13970"/>
                      <a:pt x="2227106" y="7620"/>
                    </a:cubicBezTo>
                    <a:cubicBezTo>
                      <a:pt x="2223296" y="6350"/>
                      <a:pt x="2220756" y="3810"/>
                      <a:pt x="2216946" y="3810"/>
                    </a:cubicBezTo>
                    <a:cubicBezTo>
                      <a:pt x="2201706" y="5080"/>
                      <a:pt x="2185196" y="7620"/>
                      <a:pt x="2169956" y="8890"/>
                    </a:cubicBezTo>
                    <a:cubicBezTo>
                      <a:pt x="2167416" y="8890"/>
                      <a:pt x="2163606" y="10160"/>
                      <a:pt x="2162336" y="11430"/>
                    </a:cubicBezTo>
                    <a:cubicBezTo>
                      <a:pt x="2152176" y="17780"/>
                      <a:pt x="2142016" y="12700"/>
                      <a:pt x="2131856" y="11430"/>
                    </a:cubicBezTo>
                    <a:cubicBezTo>
                      <a:pt x="2124236" y="11430"/>
                      <a:pt x="2116616" y="7620"/>
                      <a:pt x="2108996" y="6350"/>
                    </a:cubicBezTo>
                    <a:cubicBezTo>
                      <a:pt x="2100106" y="5080"/>
                      <a:pt x="2092486" y="6350"/>
                      <a:pt x="2083596" y="5080"/>
                    </a:cubicBezTo>
                    <a:cubicBezTo>
                      <a:pt x="2082326" y="5080"/>
                      <a:pt x="2081056" y="3810"/>
                      <a:pt x="2079786" y="2540"/>
                    </a:cubicBezTo>
                    <a:cubicBezTo>
                      <a:pt x="2077246" y="-1270"/>
                      <a:pt x="2072166" y="0"/>
                      <a:pt x="2069626" y="1270"/>
                    </a:cubicBezTo>
                    <a:cubicBezTo>
                      <a:pt x="2065816" y="3810"/>
                      <a:pt x="2064546" y="7620"/>
                      <a:pt x="2062006" y="11430"/>
                    </a:cubicBezTo>
                    <a:cubicBezTo>
                      <a:pt x="2055656" y="12700"/>
                      <a:pt x="2046766" y="13970"/>
                      <a:pt x="2040416" y="17780"/>
                    </a:cubicBezTo>
                    <a:cubicBezTo>
                      <a:pt x="2035336" y="20320"/>
                      <a:pt x="2032796" y="21590"/>
                      <a:pt x="2028986" y="19050"/>
                    </a:cubicBezTo>
                    <a:lnTo>
                      <a:pt x="2027716" y="20320"/>
                    </a:lnTo>
                    <a:cubicBezTo>
                      <a:pt x="2030256" y="22860"/>
                      <a:pt x="2031526" y="26670"/>
                      <a:pt x="2034066" y="29210"/>
                    </a:cubicBezTo>
                    <a:cubicBezTo>
                      <a:pt x="2030256" y="30480"/>
                      <a:pt x="2025176" y="33020"/>
                      <a:pt x="2022636" y="31750"/>
                    </a:cubicBezTo>
                    <a:cubicBezTo>
                      <a:pt x="2016286" y="30480"/>
                      <a:pt x="2013746" y="33020"/>
                      <a:pt x="2008666" y="35560"/>
                    </a:cubicBezTo>
                    <a:cubicBezTo>
                      <a:pt x="2003586" y="39370"/>
                      <a:pt x="1997236" y="41910"/>
                      <a:pt x="1992156" y="44450"/>
                    </a:cubicBezTo>
                    <a:cubicBezTo>
                      <a:pt x="1990886" y="44450"/>
                      <a:pt x="1989616" y="44450"/>
                      <a:pt x="1988346" y="43180"/>
                    </a:cubicBezTo>
                    <a:cubicBezTo>
                      <a:pt x="1987076" y="43180"/>
                      <a:pt x="1985806" y="41910"/>
                      <a:pt x="1985806" y="41910"/>
                    </a:cubicBezTo>
                    <a:cubicBezTo>
                      <a:pt x="1979456" y="44450"/>
                      <a:pt x="1973106" y="46990"/>
                      <a:pt x="1966756" y="44450"/>
                    </a:cubicBezTo>
                    <a:cubicBezTo>
                      <a:pt x="1965486" y="44450"/>
                      <a:pt x="1965486" y="45720"/>
                      <a:pt x="1964216" y="45720"/>
                    </a:cubicBezTo>
                    <a:cubicBezTo>
                      <a:pt x="1956596" y="48260"/>
                      <a:pt x="1951516" y="57150"/>
                      <a:pt x="1941356" y="57150"/>
                    </a:cubicBezTo>
                    <a:cubicBezTo>
                      <a:pt x="1933736" y="57150"/>
                      <a:pt x="1926116" y="63500"/>
                      <a:pt x="1918496" y="63500"/>
                    </a:cubicBezTo>
                    <a:cubicBezTo>
                      <a:pt x="1909606" y="64770"/>
                      <a:pt x="1901986" y="67310"/>
                      <a:pt x="1894366" y="71120"/>
                    </a:cubicBezTo>
                    <a:cubicBezTo>
                      <a:pt x="1891826" y="72390"/>
                      <a:pt x="1889286" y="72390"/>
                      <a:pt x="1888016" y="72390"/>
                    </a:cubicBezTo>
                    <a:cubicBezTo>
                      <a:pt x="1881666" y="69850"/>
                      <a:pt x="1877856" y="73660"/>
                      <a:pt x="1875316" y="77470"/>
                    </a:cubicBezTo>
                    <a:cubicBezTo>
                      <a:pt x="1868966" y="86360"/>
                      <a:pt x="1858806" y="88900"/>
                      <a:pt x="1849916" y="91440"/>
                    </a:cubicBezTo>
                    <a:cubicBezTo>
                      <a:pt x="1838486" y="93980"/>
                      <a:pt x="1827056" y="95250"/>
                      <a:pt x="1815626" y="96520"/>
                    </a:cubicBezTo>
                    <a:cubicBezTo>
                      <a:pt x="1814356" y="96520"/>
                      <a:pt x="1813086" y="100330"/>
                      <a:pt x="1810546" y="101600"/>
                    </a:cubicBezTo>
                    <a:cubicBezTo>
                      <a:pt x="1809276" y="101600"/>
                      <a:pt x="1808006" y="100330"/>
                      <a:pt x="1808006" y="100330"/>
                    </a:cubicBezTo>
                    <a:cubicBezTo>
                      <a:pt x="1801656" y="107950"/>
                      <a:pt x="1797846" y="119380"/>
                      <a:pt x="1785146" y="118110"/>
                    </a:cubicBezTo>
                    <a:lnTo>
                      <a:pt x="1783876" y="118110"/>
                    </a:lnTo>
                    <a:cubicBezTo>
                      <a:pt x="1773716" y="124460"/>
                      <a:pt x="1763556" y="121920"/>
                      <a:pt x="1754666" y="119380"/>
                    </a:cubicBezTo>
                    <a:cubicBezTo>
                      <a:pt x="1752126" y="119380"/>
                      <a:pt x="1748316" y="116840"/>
                      <a:pt x="1747046" y="114300"/>
                    </a:cubicBezTo>
                    <a:cubicBezTo>
                      <a:pt x="1743236" y="106680"/>
                      <a:pt x="1733076" y="104140"/>
                      <a:pt x="1725456" y="106680"/>
                    </a:cubicBezTo>
                    <a:cubicBezTo>
                      <a:pt x="1719106" y="109220"/>
                      <a:pt x="1712756" y="110490"/>
                      <a:pt x="1706406" y="113030"/>
                    </a:cubicBezTo>
                    <a:cubicBezTo>
                      <a:pt x="1696246" y="115570"/>
                      <a:pt x="1687356" y="116840"/>
                      <a:pt x="1677196" y="111760"/>
                    </a:cubicBezTo>
                    <a:cubicBezTo>
                      <a:pt x="1667036" y="106680"/>
                      <a:pt x="1659416" y="110490"/>
                      <a:pt x="1654336" y="121920"/>
                    </a:cubicBezTo>
                    <a:cubicBezTo>
                      <a:pt x="1650526" y="129540"/>
                      <a:pt x="1640366" y="130810"/>
                      <a:pt x="1634016" y="124460"/>
                    </a:cubicBezTo>
                    <a:cubicBezTo>
                      <a:pt x="1630206" y="120650"/>
                      <a:pt x="1627666" y="121920"/>
                      <a:pt x="1623856" y="124460"/>
                    </a:cubicBezTo>
                    <a:lnTo>
                      <a:pt x="1616236" y="132080"/>
                    </a:lnTo>
                    <a:cubicBezTo>
                      <a:pt x="1614966" y="133350"/>
                      <a:pt x="1612426" y="133350"/>
                      <a:pt x="1611156" y="133350"/>
                    </a:cubicBezTo>
                    <a:lnTo>
                      <a:pt x="1603536" y="133350"/>
                    </a:lnTo>
                    <a:cubicBezTo>
                      <a:pt x="1598456" y="133350"/>
                      <a:pt x="1593376" y="132080"/>
                      <a:pt x="1588296" y="130810"/>
                    </a:cubicBezTo>
                    <a:cubicBezTo>
                      <a:pt x="1581946" y="129540"/>
                      <a:pt x="1576866" y="125730"/>
                      <a:pt x="1570516" y="124460"/>
                    </a:cubicBezTo>
                    <a:cubicBezTo>
                      <a:pt x="1560356" y="123190"/>
                      <a:pt x="1557816" y="114300"/>
                      <a:pt x="1554006" y="107950"/>
                    </a:cubicBezTo>
                    <a:cubicBezTo>
                      <a:pt x="1551466" y="104140"/>
                      <a:pt x="1546386" y="99060"/>
                      <a:pt x="1541306" y="100330"/>
                    </a:cubicBezTo>
                    <a:cubicBezTo>
                      <a:pt x="1536226" y="102870"/>
                      <a:pt x="1531146" y="100330"/>
                      <a:pt x="1527336" y="99060"/>
                    </a:cubicBezTo>
                    <a:cubicBezTo>
                      <a:pt x="1526066" y="99060"/>
                      <a:pt x="1523526" y="97790"/>
                      <a:pt x="1522256" y="97790"/>
                    </a:cubicBezTo>
                    <a:cubicBezTo>
                      <a:pt x="1513366" y="95250"/>
                      <a:pt x="1507016" y="100330"/>
                      <a:pt x="1500666" y="106680"/>
                    </a:cubicBezTo>
                    <a:lnTo>
                      <a:pt x="1495586" y="111760"/>
                    </a:lnTo>
                    <a:cubicBezTo>
                      <a:pt x="1494316" y="113030"/>
                      <a:pt x="1494316" y="115570"/>
                      <a:pt x="1493046" y="116840"/>
                    </a:cubicBezTo>
                    <a:cubicBezTo>
                      <a:pt x="1485426" y="123190"/>
                      <a:pt x="1477806" y="120650"/>
                      <a:pt x="1468916" y="116840"/>
                    </a:cubicBezTo>
                    <a:cubicBezTo>
                      <a:pt x="1461296" y="113030"/>
                      <a:pt x="1452406" y="116840"/>
                      <a:pt x="1449866" y="124460"/>
                    </a:cubicBezTo>
                    <a:cubicBezTo>
                      <a:pt x="1448596" y="129540"/>
                      <a:pt x="1447326" y="133350"/>
                      <a:pt x="1440976" y="135890"/>
                    </a:cubicBezTo>
                    <a:cubicBezTo>
                      <a:pt x="1434626" y="139700"/>
                      <a:pt x="1427006" y="142240"/>
                      <a:pt x="1425736" y="151130"/>
                    </a:cubicBezTo>
                    <a:cubicBezTo>
                      <a:pt x="1425736" y="152400"/>
                      <a:pt x="1424466" y="153670"/>
                      <a:pt x="1423196" y="153670"/>
                    </a:cubicBezTo>
                    <a:cubicBezTo>
                      <a:pt x="1419386" y="154940"/>
                      <a:pt x="1416846" y="156210"/>
                      <a:pt x="1413036" y="157480"/>
                    </a:cubicBezTo>
                    <a:lnTo>
                      <a:pt x="1401606" y="157480"/>
                    </a:lnTo>
                    <a:cubicBezTo>
                      <a:pt x="1393986" y="156210"/>
                      <a:pt x="1386366" y="153670"/>
                      <a:pt x="1378746" y="152400"/>
                    </a:cubicBezTo>
                    <a:cubicBezTo>
                      <a:pt x="1369856" y="151130"/>
                      <a:pt x="1362236" y="156210"/>
                      <a:pt x="1353346" y="157480"/>
                    </a:cubicBezTo>
                    <a:lnTo>
                      <a:pt x="1352076" y="158750"/>
                    </a:lnTo>
                    <a:cubicBezTo>
                      <a:pt x="1349536" y="162560"/>
                      <a:pt x="1345726" y="161290"/>
                      <a:pt x="1343186" y="158750"/>
                    </a:cubicBezTo>
                    <a:cubicBezTo>
                      <a:pt x="1338106" y="153670"/>
                      <a:pt x="1329216" y="152400"/>
                      <a:pt x="1322866" y="154940"/>
                    </a:cubicBezTo>
                    <a:cubicBezTo>
                      <a:pt x="1315246" y="158750"/>
                      <a:pt x="1307626" y="161290"/>
                      <a:pt x="1300006" y="163830"/>
                    </a:cubicBezTo>
                    <a:cubicBezTo>
                      <a:pt x="1297466" y="163830"/>
                      <a:pt x="1294926" y="162560"/>
                      <a:pt x="1293656" y="162560"/>
                    </a:cubicBezTo>
                    <a:cubicBezTo>
                      <a:pt x="1291116" y="162560"/>
                      <a:pt x="1287306" y="161290"/>
                      <a:pt x="1286036" y="162560"/>
                    </a:cubicBezTo>
                    <a:cubicBezTo>
                      <a:pt x="1275876" y="170180"/>
                      <a:pt x="1265716" y="167640"/>
                      <a:pt x="1256826" y="162560"/>
                    </a:cubicBezTo>
                    <a:cubicBezTo>
                      <a:pt x="1251746" y="160020"/>
                      <a:pt x="1244126" y="157480"/>
                      <a:pt x="1241586" y="149860"/>
                    </a:cubicBezTo>
                    <a:cubicBezTo>
                      <a:pt x="1240316" y="144780"/>
                      <a:pt x="1235236" y="139700"/>
                      <a:pt x="1231426" y="135890"/>
                    </a:cubicBezTo>
                    <a:cubicBezTo>
                      <a:pt x="1225076" y="129540"/>
                      <a:pt x="1218726" y="120650"/>
                      <a:pt x="1207296" y="120650"/>
                    </a:cubicBezTo>
                    <a:cubicBezTo>
                      <a:pt x="1204756" y="120650"/>
                      <a:pt x="1202216" y="115570"/>
                      <a:pt x="1200946" y="116840"/>
                    </a:cubicBezTo>
                    <a:cubicBezTo>
                      <a:pt x="1195866" y="118110"/>
                      <a:pt x="1195866" y="115570"/>
                      <a:pt x="1193326" y="113030"/>
                    </a:cubicBezTo>
                    <a:cubicBezTo>
                      <a:pt x="1190786" y="110490"/>
                      <a:pt x="1186976" y="107950"/>
                      <a:pt x="1184436" y="104140"/>
                    </a:cubicBezTo>
                    <a:cubicBezTo>
                      <a:pt x="1180626" y="99060"/>
                      <a:pt x="1176816" y="92710"/>
                      <a:pt x="1173006" y="87630"/>
                    </a:cubicBezTo>
                    <a:cubicBezTo>
                      <a:pt x="1169196" y="82550"/>
                      <a:pt x="1166656" y="76200"/>
                      <a:pt x="1162846" y="71120"/>
                    </a:cubicBezTo>
                    <a:cubicBezTo>
                      <a:pt x="1161576" y="69850"/>
                      <a:pt x="1157766" y="68580"/>
                      <a:pt x="1156496" y="69850"/>
                    </a:cubicBezTo>
                    <a:lnTo>
                      <a:pt x="1141256" y="77470"/>
                    </a:lnTo>
                    <a:cubicBezTo>
                      <a:pt x="1138716" y="78740"/>
                      <a:pt x="1137446" y="81280"/>
                      <a:pt x="1136176" y="83820"/>
                    </a:cubicBezTo>
                    <a:lnTo>
                      <a:pt x="1134906" y="82550"/>
                    </a:lnTo>
                    <a:cubicBezTo>
                      <a:pt x="1136176" y="78740"/>
                      <a:pt x="1137446" y="74930"/>
                      <a:pt x="1138716" y="73660"/>
                    </a:cubicBezTo>
                    <a:lnTo>
                      <a:pt x="1123476" y="69850"/>
                    </a:lnTo>
                    <a:cubicBezTo>
                      <a:pt x="1119666" y="68580"/>
                      <a:pt x="1113316" y="68580"/>
                      <a:pt x="1110776" y="68580"/>
                    </a:cubicBezTo>
                    <a:lnTo>
                      <a:pt x="1090456" y="68580"/>
                    </a:lnTo>
                    <a:cubicBezTo>
                      <a:pt x="1082836" y="68580"/>
                      <a:pt x="1076486" y="67310"/>
                      <a:pt x="1068866" y="68580"/>
                    </a:cubicBezTo>
                    <a:cubicBezTo>
                      <a:pt x="1063786" y="69850"/>
                      <a:pt x="1059976" y="67310"/>
                      <a:pt x="1056166" y="64770"/>
                    </a:cubicBezTo>
                    <a:cubicBezTo>
                      <a:pt x="1046006" y="57150"/>
                      <a:pt x="1035846" y="48260"/>
                      <a:pt x="1021876" y="52070"/>
                    </a:cubicBezTo>
                    <a:cubicBezTo>
                      <a:pt x="1020606" y="52070"/>
                      <a:pt x="1018066" y="50800"/>
                      <a:pt x="1016796" y="49530"/>
                    </a:cubicBezTo>
                    <a:cubicBezTo>
                      <a:pt x="1012986" y="48260"/>
                      <a:pt x="1010446" y="45720"/>
                      <a:pt x="1005366" y="43180"/>
                    </a:cubicBezTo>
                    <a:cubicBezTo>
                      <a:pt x="1005366" y="46990"/>
                      <a:pt x="1005366" y="48260"/>
                      <a:pt x="1006636" y="50800"/>
                    </a:cubicBezTo>
                    <a:cubicBezTo>
                      <a:pt x="1004096" y="53340"/>
                      <a:pt x="1002826" y="52070"/>
                      <a:pt x="1001556" y="50800"/>
                    </a:cubicBezTo>
                    <a:cubicBezTo>
                      <a:pt x="1000286" y="52070"/>
                      <a:pt x="999016" y="54610"/>
                      <a:pt x="997746" y="54610"/>
                    </a:cubicBezTo>
                    <a:cubicBezTo>
                      <a:pt x="991396" y="57150"/>
                      <a:pt x="985046" y="58420"/>
                      <a:pt x="978696" y="60960"/>
                    </a:cubicBezTo>
                    <a:cubicBezTo>
                      <a:pt x="976156" y="62230"/>
                      <a:pt x="973616" y="63500"/>
                      <a:pt x="972346" y="64770"/>
                    </a:cubicBezTo>
                    <a:cubicBezTo>
                      <a:pt x="967266" y="68580"/>
                      <a:pt x="963456" y="74930"/>
                      <a:pt x="954566" y="73660"/>
                    </a:cubicBezTo>
                    <a:cubicBezTo>
                      <a:pt x="953296" y="73660"/>
                      <a:pt x="950756" y="76200"/>
                      <a:pt x="948216" y="76200"/>
                    </a:cubicBezTo>
                    <a:cubicBezTo>
                      <a:pt x="945676" y="77470"/>
                      <a:pt x="941866" y="77470"/>
                      <a:pt x="939326" y="78740"/>
                    </a:cubicBezTo>
                    <a:lnTo>
                      <a:pt x="936786" y="78740"/>
                    </a:lnTo>
                    <a:cubicBezTo>
                      <a:pt x="929166" y="81280"/>
                      <a:pt x="922816" y="83820"/>
                      <a:pt x="915196" y="85090"/>
                    </a:cubicBezTo>
                    <a:lnTo>
                      <a:pt x="910116" y="85090"/>
                    </a:lnTo>
                    <a:cubicBezTo>
                      <a:pt x="903766" y="85090"/>
                      <a:pt x="898686" y="83820"/>
                      <a:pt x="892336" y="83820"/>
                    </a:cubicBezTo>
                    <a:cubicBezTo>
                      <a:pt x="885986" y="83820"/>
                      <a:pt x="879636" y="86360"/>
                      <a:pt x="873286" y="86360"/>
                    </a:cubicBezTo>
                    <a:cubicBezTo>
                      <a:pt x="865666" y="86360"/>
                      <a:pt x="856776" y="86360"/>
                      <a:pt x="850426" y="81280"/>
                    </a:cubicBezTo>
                    <a:cubicBezTo>
                      <a:pt x="849156" y="80010"/>
                      <a:pt x="845346" y="80010"/>
                      <a:pt x="842806" y="81280"/>
                    </a:cubicBezTo>
                    <a:cubicBezTo>
                      <a:pt x="833916" y="82550"/>
                      <a:pt x="825026" y="83820"/>
                      <a:pt x="817406" y="86360"/>
                    </a:cubicBezTo>
                    <a:cubicBezTo>
                      <a:pt x="809786" y="88900"/>
                      <a:pt x="805976" y="86360"/>
                      <a:pt x="803436" y="80010"/>
                    </a:cubicBezTo>
                    <a:cubicBezTo>
                      <a:pt x="802166" y="77470"/>
                      <a:pt x="799626" y="74930"/>
                      <a:pt x="797086" y="72390"/>
                    </a:cubicBezTo>
                    <a:cubicBezTo>
                      <a:pt x="793276" y="69850"/>
                      <a:pt x="789466" y="66040"/>
                      <a:pt x="785656" y="66040"/>
                    </a:cubicBezTo>
                    <a:cubicBezTo>
                      <a:pt x="776766" y="66040"/>
                      <a:pt x="771686" y="60960"/>
                      <a:pt x="765336" y="57150"/>
                    </a:cubicBezTo>
                    <a:cubicBezTo>
                      <a:pt x="755176" y="50800"/>
                      <a:pt x="746286" y="43180"/>
                      <a:pt x="733586" y="44450"/>
                    </a:cubicBezTo>
                    <a:lnTo>
                      <a:pt x="733586" y="38100"/>
                    </a:lnTo>
                    <a:cubicBezTo>
                      <a:pt x="736126" y="38100"/>
                      <a:pt x="738666" y="38100"/>
                      <a:pt x="741206" y="36830"/>
                    </a:cubicBezTo>
                    <a:cubicBezTo>
                      <a:pt x="737396" y="34290"/>
                      <a:pt x="737396" y="30480"/>
                      <a:pt x="734856" y="27940"/>
                    </a:cubicBezTo>
                    <a:cubicBezTo>
                      <a:pt x="729776" y="24130"/>
                      <a:pt x="724696" y="22860"/>
                      <a:pt x="719616" y="20320"/>
                    </a:cubicBezTo>
                    <a:cubicBezTo>
                      <a:pt x="715806" y="19050"/>
                      <a:pt x="710726" y="19050"/>
                      <a:pt x="713266" y="25400"/>
                    </a:cubicBezTo>
                    <a:cubicBezTo>
                      <a:pt x="706916" y="26670"/>
                      <a:pt x="701836" y="26670"/>
                      <a:pt x="699296" y="29210"/>
                    </a:cubicBezTo>
                    <a:cubicBezTo>
                      <a:pt x="694216" y="33020"/>
                      <a:pt x="689136" y="30480"/>
                      <a:pt x="685326" y="27940"/>
                    </a:cubicBezTo>
                    <a:cubicBezTo>
                      <a:pt x="682786" y="26670"/>
                      <a:pt x="680246" y="25400"/>
                      <a:pt x="677706" y="26670"/>
                    </a:cubicBezTo>
                    <a:cubicBezTo>
                      <a:pt x="662466" y="34290"/>
                      <a:pt x="647226" y="30480"/>
                      <a:pt x="631986" y="30480"/>
                    </a:cubicBezTo>
                    <a:cubicBezTo>
                      <a:pt x="629446" y="30480"/>
                      <a:pt x="626906" y="29210"/>
                      <a:pt x="623096" y="29210"/>
                    </a:cubicBezTo>
                    <a:cubicBezTo>
                      <a:pt x="618016" y="27940"/>
                      <a:pt x="614206" y="25400"/>
                      <a:pt x="609126" y="24130"/>
                    </a:cubicBezTo>
                    <a:cubicBezTo>
                      <a:pt x="604046" y="22860"/>
                      <a:pt x="597696" y="21590"/>
                      <a:pt x="592616" y="20320"/>
                    </a:cubicBezTo>
                    <a:lnTo>
                      <a:pt x="588806" y="20320"/>
                    </a:lnTo>
                    <a:cubicBezTo>
                      <a:pt x="579916" y="20320"/>
                      <a:pt x="571026" y="21590"/>
                      <a:pt x="563406" y="21590"/>
                    </a:cubicBezTo>
                    <a:cubicBezTo>
                      <a:pt x="557056" y="21590"/>
                      <a:pt x="550706" y="19050"/>
                      <a:pt x="543086" y="17780"/>
                    </a:cubicBezTo>
                    <a:cubicBezTo>
                      <a:pt x="541816" y="7620"/>
                      <a:pt x="531656" y="10160"/>
                      <a:pt x="525306" y="5080"/>
                    </a:cubicBezTo>
                    <a:cubicBezTo>
                      <a:pt x="524036" y="3810"/>
                      <a:pt x="521496" y="5080"/>
                      <a:pt x="520226" y="5080"/>
                    </a:cubicBezTo>
                    <a:cubicBezTo>
                      <a:pt x="512606" y="3810"/>
                      <a:pt x="507526" y="7620"/>
                      <a:pt x="504986" y="13970"/>
                    </a:cubicBezTo>
                    <a:cubicBezTo>
                      <a:pt x="501176" y="20320"/>
                      <a:pt x="491016" y="22860"/>
                      <a:pt x="494826" y="33020"/>
                    </a:cubicBezTo>
                    <a:cubicBezTo>
                      <a:pt x="496096" y="34290"/>
                      <a:pt x="498636" y="35560"/>
                      <a:pt x="499906" y="38100"/>
                    </a:cubicBezTo>
                    <a:cubicBezTo>
                      <a:pt x="499906" y="41910"/>
                      <a:pt x="498636" y="44450"/>
                      <a:pt x="494826" y="43180"/>
                    </a:cubicBezTo>
                    <a:cubicBezTo>
                      <a:pt x="493556" y="43180"/>
                      <a:pt x="492286" y="45720"/>
                      <a:pt x="491016" y="46990"/>
                    </a:cubicBezTo>
                    <a:cubicBezTo>
                      <a:pt x="489746" y="48260"/>
                      <a:pt x="489746" y="50800"/>
                      <a:pt x="488476" y="50800"/>
                    </a:cubicBezTo>
                    <a:cubicBezTo>
                      <a:pt x="480856" y="53340"/>
                      <a:pt x="475776" y="59690"/>
                      <a:pt x="466886" y="58420"/>
                    </a:cubicBezTo>
                    <a:lnTo>
                      <a:pt x="464346" y="58420"/>
                    </a:lnTo>
                    <a:cubicBezTo>
                      <a:pt x="456726" y="64770"/>
                      <a:pt x="449106" y="63500"/>
                      <a:pt x="440216" y="62230"/>
                    </a:cubicBezTo>
                    <a:cubicBezTo>
                      <a:pt x="436406" y="60960"/>
                      <a:pt x="431326" y="62230"/>
                      <a:pt x="426246" y="62230"/>
                    </a:cubicBezTo>
                    <a:cubicBezTo>
                      <a:pt x="422436" y="62230"/>
                      <a:pt x="418626" y="62230"/>
                      <a:pt x="414816" y="59690"/>
                    </a:cubicBezTo>
                    <a:cubicBezTo>
                      <a:pt x="409736" y="57150"/>
                      <a:pt x="404656" y="53340"/>
                      <a:pt x="399576" y="50800"/>
                    </a:cubicBezTo>
                    <a:cubicBezTo>
                      <a:pt x="394496" y="48260"/>
                      <a:pt x="388146" y="48260"/>
                      <a:pt x="388146" y="39370"/>
                    </a:cubicBezTo>
                    <a:cubicBezTo>
                      <a:pt x="388146" y="38100"/>
                      <a:pt x="385606" y="36830"/>
                      <a:pt x="385606" y="35560"/>
                    </a:cubicBezTo>
                    <a:cubicBezTo>
                      <a:pt x="376716" y="43180"/>
                      <a:pt x="369096" y="49530"/>
                      <a:pt x="361476" y="55880"/>
                    </a:cubicBezTo>
                    <a:cubicBezTo>
                      <a:pt x="357666" y="59690"/>
                      <a:pt x="352586" y="64770"/>
                      <a:pt x="355126" y="71120"/>
                    </a:cubicBezTo>
                    <a:cubicBezTo>
                      <a:pt x="355126" y="72390"/>
                      <a:pt x="353856" y="73660"/>
                      <a:pt x="353856" y="74930"/>
                    </a:cubicBezTo>
                    <a:cubicBezTo>
                      <a:pt x="352586" y="77470"/>
                      <a:pt x="351316" y="80010"/>
                      <a:pt x="348776" y="81280"/>
                    </a:cubicBezTo>
                    <a:cubicBezTo>
                      <a:pt x="346236" y="85090"/>
                      <a:pt x="343696" y="88900"/>
                      <a:pt x="341156" y="93980"/>
                    </a:cubicBezTo>
                    <a:lnTo>
                      <a:pt x="333536" y="101600"/>
                    </a:lnTo>
                    <a:cubicBezTo>
                      <a:pt x="330996" y="105410"/>
                      <a:pt x="328456" y="109220"/>
                      <a:pt x="324646" y="111760"/>
                    </a:cubicBezTo>
                    <a:cubicBezTo>
                      <a:pt x="315756" y="119380"/>
                      <a:pt x="306866" y="127000"/>
                      <a:pt x="296706" y="134620"/>
                    </a:cubicBezTo>
                    <a:cubicBezTo>
                      <a:pt x="291626" y="139700"/>
                      <a:pt x="285276" y="143510"/>
                      <a:pt x="280196" y="148590"/>
                    </a:cubicBezTo>
                    <a:cubicBezTo>
                      <a:pt x="271306" y="156210"/>
                      <a:pt x="261146" y="162560"/>
                      <a:pt x="256066" y="173990"/>
                    </a:cubicBezTo>
                    <a:cubicBezTo>
                      <a:pt x="256066" y="175260"/>
                      <a:pt x="253526" y="176530"/>
                      <a:pt x="252256" y="177800"/>
                    </a:cubicBezTo>
                    <a:cubicBezTo>
                      <a:pt x="245906" y="182880"/>
                      <a:pt x="235746" y="182880"/>
                      <a:pt x="235746" y="193040"/>
                    </a:cubicBezTo>
                    <a:cubicBezTo>
                      <a:pt x="225586" y="193040"/>
                      <a:pt x="220506" y="200660"/>
                      <a:pt x="215426" y="207010"/>
                    </a:cubicBezTo>
                    <a:cubicBezTo>
                      <a:pt x="211616" y="212090"/>
                      <a:pt x="207806" y="218440"/>
                      <a:pt x="202726" y="222250"/>
                    </a:cubicBezTo>
                    <a:cubicBezTo>
                      <a:pt x="197646" y="224790"/>
                      <a:pt x="191296" y="223520"/>
                      <a:pt x="184946" y="223520"/>
                    </a:cubicBezTo>
                    <a:cubicBezTo>
                      <a:pt x="182406" y="223520"/>
                      <a:pt x="179866" y="223520"/>
                      <a:pt x="179866" y="224790"/>
                    </a:cubicBezTo>
                    <a:cubicBezTo>
                      <a:pt x="174786" y="229870"/>
                      <a:pt x="168436" y="233680"/>
                      <a:pt x="164626" y="240030"/>
                    </a:cubicBezTo>
                    <a:cubicBezTo>
                      <a:pt x="160816" y="246380"/>
                      <a:pt x="157006" y="250190"/>
                      <a:pt x="150656" y="251460"/>
                    </a:cubicBezTo>
                    <a:cubicBezTo>
                      <a:pt x="144306" y="252730"/>
                      <a:pt x="137956" y="259080"/>
                      <a:pt x="129066" y="255270"/>
                    </a:cubicBezTo>
                    <a:cubicBezTo>
                      <a:pt x="121446" y="252730"/>
                      <a:pt x="112556" y="255270"/>
                      <a:pt x="107476" y="250190"/>
                    </a:cubicBezTo>
                    <a:cubicBezTo>
                      <a:pt x="97316" y="251460"/>
                      <a:pt x="89696" y="254000"/>
                      <a:pt x="80806" y="255270"/>
                    </a:cubicBezTo>
                    <a:cubicBezTo>
                      <a:pt x="70646" y="257810"/>
                      <a:pt x="59216" y="256540"/>
                      <a:pt x="50326" y="264160"/>
                    </a:cubicBezTo>
                    <a:cubicBezTo>
                      <a:pt x="42706" y="270510"/>
                      <a:pt x="36356" y="276860"/>
                      <a:pt x="24926" y="275590"/>
                    </a:cubicBezTo>
                    <a:cubicBezTo>
                      <a:pt x="26196" y="283210"/>
                      <a:pt x="27466" y="289560"/>
                      <a:pt x="28736" y="297180"/>
                    </a:cubicBezTo>
                    <a:cubicBezTo>
                      <a:pt x="31276" y="317500"/>
                      <a:pt x="33816" y="337820"/>
                      <a:pt x="35086" y="358140"/>
                    </a:cubicBezTo>
                    <a:cubicBezTo>
                      <a:pt x="38896" y="383540"/>
                      <a:pt x="40166" y="407670"/>
                      <a:pt x="37626" y="431800"/>
                    </a:cubicBezTo>
                    <a:cubicBezTo>
                      <a:pt x="35086" y="466090"/>
                      <a:pt x="23656" y="1639570"/>
                      <a:pt x="12226" y="1671320"/>
                    </a:cubicBezTo>
                    <a:lnTo>
                      <a:pt x="796" y="1697990"/>
                    </a:lnTo>
                    <a:cubicBezTo>
                      <a:pt x="-1744" y="1704340"/>
                      <a:pt x="2066" y="1708150"/>
                      <a:pt x="8416" y="1709420"/>
                    </a:cubicBezTo>
                    <a:cubicBezTo>
                      <a:pt x="16036" y="1710690"/>
                      <a:pt x="18576" y="1715770"/>
                      <a:pt x="21116" y="1722120"/>
                    </a:cubicBezTo>
                    <a:cubicBezTo>
                      <a:pt x="23656" y="1732280"/>
                      <a:pt x="19846" y="1742440"/>
                      <a:pt x="24926" y="1752600"/>
                    </a:cubicBezTo>
                    <a:cubicBezTo>
                      <a:pt x="27466" y="1757680"/>
                      <a:pt x="24926" y="1766570"/>
                      <a:pt x="23656" y="1774190"/>
                    </a:cubicBezTo>
                    <a:cubicBezTo>
                      <a:pt x="22386" y="1784350"/>
                      <a:pt x="24926" y="1794510"/>
                      <a:pt x="28736" y="1803400"/>
                    </a:cubicBezTo>
                    <a:cubicBezTo>
                      <a:pt x="37626" y="1818640"/>
                      <a:pt x="38896" y="1836420"/>
                      <a:pt x="38896" y="1852930"/>
                    </a:cubicBezTo>
                    <a:cubicBezTo>
                      <a:pt x="38896" y="1856740"/>
                      <a:pt x="40166" y="1860550"/>
                      <a:pt x="41436" y="1863090"/>
                    </a:cubicBezTo>
                    <a:cubicBezTo>
                      <a:pt x="43976" y="1865630"/>
                      <a:pt x="49056" y="1868170"/>
                      <a:pt x="54136" y="1869440"/>
                    </a:cubicBezTo>
                    <a:lnTo>
                      <a:pt x="84616" y="1884680"/>
                    </a:lnTo>
                    <a:cubicBezTo>
                      <a:pt x="98586" y="1892300"/>
                      <a:pt x="110016" y="1891030"/>
                      <a:pt x="122716" y="1882140"/>
                    </a:cubicBezTo>
                    <a:cubicBezTo>
                      <a:pt x="123986" y="1880870"/>
                      <a:pt x="127796" y="1879600"/>
                      <a:pt x="129066" y="1879600"/>
                    </a:cubicBezTo>
                    <a:cubicBezTo>
                      <a:pt x="137956" y="1880870"/>
                      <a:pt x="146846" y="1880870"/>
                      <a:pt x="154466" y="1888490"/>
                    </a:cubicBezTo>
                    <a:cubicBezTo>
                      <a:pt x="163356" y="1896110"/>
                      <a:pt x="176056" y="1901190"/>
                      <a:pt x="186216" y="1907540"/>
                    </a:cubicBezTo>
                    <a:cubicBezTo>
                      <a:pt x="192566" y="1911350"/>
                      <a:pt x="200186" y="1916430"/>
                      <a:pt x="203996" y="1921510"/>
                    </a:cubicBezTo>
                    <a:cubicBezTo>
                      <a:pt x="206536" y="1924050"/>
                      <a:pt x="209076" y="1926590"/>
                      <a:pt x="211616" y="1927860"/>
                    </a:cubicBezTo>
                    <a:cubicBezTo>
                      <a:pt x="225586" y="1932940"/>
                      <a:pt x="233206" y="1945640"/>
                      <a:pt x="242096" y="1955800"/>
                    </a:cubicBezTo>
                    <a:cubicBezTo>
                      <a:pt x="249716" y="1964690"/>
                      <a:pt x="259876" y="1969770"/>
                      <a:pt x="271306" y="1971040"/>
                    </a:cubicBezTo>
                    <a:cubicBezTo>
                      <a:pt x="284006" y="1973580"/>
                      <a:pt x="296706" y="1974850"/>
                      <a:pt x="309406" y="1977390"/>
                    </a:cubicBezTo>
                    <a:cubicBezTo>
                      <a:pt x="314486" y="1978660"/>
                      <a:pt x="320836" y="1979930"/>
                      <a:pt x="325916" y="1982470"/>
                    </a:cubicBezTo>
                    <a:cubicBezTo>
                      <a:pt x="332266" y="1985010"/>
                      <a:pt x="338616" y="1985010"/>
                      <a:pt x="343696" y="1988820"/>
                    </a:cubicBezTo>
                    <a:cubicBezTo>
                      <a:pt x="351316" y="1995170"/>
                      <a:pt x="358936" y="1998980"/>
                      <a:pt x="369096" y="1996440"/>
                    </a:cubicBezTo>
                    <a:cubicBezTo>
                      <a:pt x="372906" y="1995170"/>
                      <a:pt x="377986" y="1997710"/>
                      <a:pt x="381796" y="1998980"/>
                    </a:cubicBezTo>
                    <a:cubicBezTo>
                      <a:pt x="383066" y="1998980"/>
                      <a:pt x="384336" y="2000250"/>
                      <a:pt x="385606" y="2000250"/>
                    </a:cubicBezTo>
                    <a:cubicBezTo>
                      <a:pt x="399576" y="2001520"/>
                      <a:pt x="412276" y="1998980"/>
                      <a:pt x="424976" y="1996440"/>
                    </a:cubicBezTo>
                    <a:cubicBezTo>
                      <a:pt x="430056" y="1995170"/>
                      <a:pt x="435136" y="1993900"/>
                      <a:pt x="440216" y="1991360"/>
                    </a:cubicBezTo>
                    <a:cubicBezTo>
                      <a:pt x="454186" y="1985010"/>
                      <a:pt x="468156" y="1978660"/>
                      <a:pt x="480856" y="1971040"/>
                    </a:cubicBezTo>
                    <a:cubicBezTo>
                      <a:pt x="489746" y="1965960"/>
                      <a:pt x="498636" y="1960880"/>
                      <a:pt x="508796" y="1965960"/>
                    </a:cubicBezTo>
                    <a:lnTo>
                      <a:pt x="513876" y="1965960"/>
                    </a:lnTo>
                    <a:cubicBezTo>
                      <a:pt x="522766" y="1965960"/>
                      <a:pt x="531656" y="1964690"/>
                      <a:pt x="539276" y="1963420"/>
                    </a:cubicBezTo>
                    <a:cubicBezTo>
                      <a:pt x="540546" y="1963420"/>
                      <a:pt x="543086" y="1963420"/>
                      <a:pt x="543086" y="1962150"/>
                    </a:cubicBezTo>
                    <a:cubicBezTo>
                      <a:pt x="546896" y="1957070"/>
                      <a:pt x="553246" y="1957070"/>
                      <a:pt x="559596" y="1955800"/>
                    </a:cubicBezTo>
                    <a:cubicBezTo>
                      <a:pt x="569756" y="1954530"/>
                      <a:pt x="579916" y="1954530"/>
                      <a:pt x="587536" y="1948180"/>
                    </a:cubicBezTo>
                    <a:cubicBezTo>
                      <a:pt x="595156" y="1943100"/>
                      <a:pt x="602776" y="1941830"/>
                      <a:pt x="611666" y="1940560"/>
                    </a:cubicBezTo>
                    <a:cubicBezTo>
                      <a:pt x="612936" y="1940560"/>
                      <a:pt x="615476" y="1939290"/>
                      <a:pt x="616746" y="1939290"/>
                    </a:cubicBezTo>
                    <a:cubicBezTo>
                      <a:pt x="623096" y="1938020"/>
                      <a:pt x="629446" y="1934210"/>
                      <a:pt x="634526" y="1935480"/>
                    </a:cubicBezTo>
                    <a:cubicBezTo>
                      <a:pt x="645956" y="1938020"/>
                      <a:pt x="651036" y="1934210"/>
                      <a:pt x="658656" y="1924050"/>
                    </a:cubicBezTo>
                    <a:cubicBezTo>
                      <a:pt x="659926" y="1921510"/>
                      <a:pt x="663736" y="1920240"/>
                      <a:pt x="666276" y="1918970"/>
                    </a:cubicBezTo>
                    <a:cubicBezTo>
                      <a:pt x="672626" y="1917700"/>
                      <a:pt x="678976" y="1918970"/>
                      <a:pt x="685326" y="1917700"/>
                    </a:cubicBezTo>
                    <a:cubicBezTo>
                      <a:pt x="689136" y="1917700"/>
                      <a:pt x="692946" y="1913890"/>
                      <a:pt x="695486" y="1913890"/>
                    </a:cubicBezTo>
                    <a:cubicBezTo>
                      <a:pt x="705646" y="1915160"/>
                      <a:pt x="717076" y="1911350"/>
                      <a:pt x="725966" y="1917700"/>
                    </a:cubicBezTo>
                    <a:cubicBezTo>
                      <a:pt x="727236" y="1918970"/>
                      <a:pt x="729776" y="1918970"/>
                      <a:pt x="732316" y="1918970"/>
                    </a:cubicBezTo>
                    <a:cubicBezTo>
                      <a:pt x="748826" y="1920240"/>
                      <a:pt x="762796" y="1925320"/>
                      <a:pt x="774226" y="1935480"/>
                    </a:cubicBezTo>
                    <a:cubicBezTo>
                      <a:pt x="778036" y="1939290"/>
                      <a:pt x="783116" y="1941830"/>
                      <a:pt x="786926" y="1944370"/>
                    </a:cubicBezTo>
                    <a:cubicBezTo>
                      <a:pt x="790736" y="1946910"/>
                      <a:pt x="795816" y="1946910"/>
                      <a:pt x="799626" y="1948180"/>
                    </a:cubicBezTo>
                    <a:cubicBezTo>
                      <a:pt x="803436" y="1949450"/>
                      <a:pt x="805976" y="1950720"/>
                      <a:pt x="809786" y="1950720"/>
                    </a:cubicBezTo>
                    <a:cubicBezTo>
                      <a:pt x="816136" y="1950720"/>
                      <a:pt x="821216" y="1953260"/>
                      <a:pt x="825026" y="1958340"/>
                    </a:cubicBezTo>
                    <a:cubicBezTo>
                      <a:pt x="826296" y="1959610"/>
                      <a:pt x="827566" y="1960880"/>
                      <a:pt x="828836" y="1963420"/>
                    </a:cubicBezTo>
                    <a:cubicBezTo>
                      <a:pt x="827566" y="1967230"/>
                      <a:pt x="835186" y="1977390"/>
                      <a:pt x="840266" y="1977390"/>
                    </a:cubicBezTo>
                    <a:cubicBezTo>
                      <a:pt x="849156" y="1977390"/>
                      <a:pt x="858046" y="1979930"/>
                      <a:pt x="865666" y="1986280"/>
                    </a:cubicBezTo>
                    <a:cubicBezTo>
                      <a:pt x="866936" y="1987550"/>
                      <a:pt x="869476" y="1987550"/>
                      <a:pt x="872016" y="1986280"/>
                    </a:cubicBezTo>
                    <a:cubicBezTo>
                      <a:pt x="875826" y="1985010"/>
                      <a:pt x="878366" y="1985010"/>
                      <a:pt x="880906" y="1988820"/>
                    </a:cubicBezTo>
                    <a:cubicBezTo>
                      <a:pt x="882176" y="1990090"/>
                      <a:pt x="887256" y="1990090"/>
                      <a:pt x="889796" y="1990090"/>
                    </a:cubicBezTo>
                    <a:cubicBezTo>
                      <a:pt x="896146" y="1990090"/>
                      <a:pt x="903766" y="1988820"/>
                      <a:pt x="910116" y="1990090"/>
                    </a:cubicBezTo>
                    <a:cubicBezTo>
                      <a:pt x="921546" y="1991360"/>
                      <a:pt x="931706" y="1992630"/>
                      <a:pt x="943136" y="1995170"/>
                    </a:cubicBezTo>
                    <a:cubicBezTo>
                      <a:pt x="945676" y="1995170"/>
                      <a:pt x="948216" y="1996440"/>
                      <a:pt x="949486" y="1997710"/>
                    </a:cubicBezTo>
                    <a:cubicBezTo>
                      <a:pt x="952026" y="2004060"/>
                      <a:pt x="958376" y="2004060"/>
                      <a:pt x="962186" y="2005330"/>
                    </a:cubicBezTo>
                    <a:cubicBezTo>
                      <a:pt x="965996" y="2006600"/>
                      <a:pt x="971076" y="2007870"/>
                      <a:pt x="973616" y="2007870"/>
                    </a:cubicBezTo>
                    <a:cubicBezTo>
                      <a:pt x="974886" y="2006600"/>
                      <a:pt x="977426" y="2005330"/>
                      <a:pt x="979966" y="2002790"/>
                    </a:cubicBezTo>
                    <a:cubicBezTo>
                      <a:pt x="974886" y="2002790"/>
                      <a:pt x="972346" y="2004060"/>
                      <a:pt x="969806" y="2004060"/>
                    </a:cubicBezTo>
                    <a:cubicBezTo>
                      <a:pt x="974886" y="1997710"/>
                      <a:pt x="979966" y="1996440"/>
                      <a:pt x="986316" y="2000250"/>
                    </a:cubicBezTo>
                    <a:cubicBezTo>
                      <a:pt x="993936" y="2006600"/>
                      <a:pt x="1000286" y="2006600"/>
                      <a:pt x="1009176" y="2000250"/>
                    </a:cubicBezTo>
                    <a:lnTo>
                      <a:pt x="1016796" y="1996440"/>
                    </a:lnTo>
                    <a:lnTo>
                      <a:pt x="1016796" y="1990090"/>
                    </a:lnTo>
                    <a:cubicBezTo>
                      <a:pt x="1020606" y="1991360"/>
                      <a:pt x="1024416" y="1993900"/>
                      <a:pt x="1026956" y="1993900"/>
                    </a:cubicBezTo>
                    <a:cubicBezTo>
                      <a:pt x="1034576" y="1990090"/>
                      <a:pt x="1042196" y="1986280"/>
                      <a:pt x="1048546" y="1981200"/>
                    </a:cubicBezTo>
                    <a:cubicBezTo>
                      <a:pt x="1056166" y="1976120"/>
                      <a:pt x="1062516" y="1969770"/>
                      <a:pt x="1068866" y="1964690"/>
                    </a:cubicBezTo>
                    <a:cubicBezTo>
                      <a:pt x="1070136" y="1964690"/>
                      <a:pt x="1070136" y="1963420"/>
                      <a:pt x="1071406" y="1963420"/>
                    </a:cubicBezTo>
                    <a:cubicBezTo>
                      <a:pt x="1080296" y="1960880"/>
                      <a:pt x="1087916" y="1959610"/>
                      <a:pt x="1096806" y="1957070"/>
                    </a:cubicBezTo>
                    <a:cubicBezTo>
                      <a:pt x="1101886" y="1955800"/>
                      <a:pt x="1105696" y="1953260"/>
                      <a:pt x="1110776" y="1951990"/>
                    </a:cubicBezTo>
                    <a:cubicBezTo>
                      <a:pt x="1114586" y="1950720"/>
                      <a:pt x="1117126" y="1950720"/>
                      <a:pt x="1120936" y="1949450"/>
                    </a:cubicBezTo>
                    <a:lnTo>
                      <a:pt x="1133636" y="1949450"/>
                    </a:lnTo>
                    <a:cubicBezTo>
                      <a:pt x="1136176" y="1949450"/>
                      <a:pt x="1139986" y="1949450"/>
                      <a:pt x="1142526" y="1948180"/>
                    </a:cubicBezTo>
                    <a:cubicBezTo>
                      <a:pt x="1143796" y="1945640"/>
                      <a:pt x="1146336" y="1941830"/>
                      <a:pt x="1147606" y="1941830"/>
                    </a:cubicBezTo>
                    <a:cubicBezTo>
                      <a:pt x="1151416" y="1941830"/>
                      <a:pt x="1153956" y="1944370"/>
                      <a:pt x="1157766" y="1945640"/>
                    </a:cubicBezTo>
                    <a:cubicBezTo>
                      <a:pt x="1159036" y="1945640"/>
                      <a:pt x="1159036" y="1946910"/>
                      <a:pt x="1159036" y="1948180"/>
                    </a:cubicBezTo>
                    <a:cubicBezTo>
                      <a:pt x="1164116" y="1953260"/>
                      <a:pt x="1167926" y="1959610"/>
                      <a:pt x="1173006" y="1964690"/>
                    </a:cubicBezTo>
                    <a:cubicBezTo>
                      <a:pt x="1179356" y="1971040"/>
                      <a:pt x="1185706" y="1971040"/>
                      <a:pt x="1189516" y="1967230"/>
                    </a:cubicBezTo>
                    <a:cubicBezTo>
                      <a:pt x="1195866" y="1962150"/>
                      <a:pt x="1200946" y="1958340"/>
                      <a:pt x="1209836" y="1960880"/>
                    </a:cubicBezTo>
                    <a:cubicBezTo>
                      <a:pt x="1211106" y="1960880"/>
                      <a:pt x="1213646" y="1962150"/>
                      <a:pt x="1214916" y="1960880"/>
                    </a:cubicBezTo>
                    <a:cubicBezTo>
                      <a:pt x="1221266" y="1958340"/>
                      <a:pt x="1228886" y="1955800"/>
                      <a:pt x="1235236" y="1951990"/>
                    </a:cubicBezTo>
                    <a:cubicBezTo>
                      <a:pt x="1239046" y="1950720"/>
                      <a:pt x="1244126" y="1950720"/>
                      <a:pt x="1245396" y="1948180"/>
                    </a:cubicBezTo>
                    <a:cubicBezTo>
                      <a:pt x="1249206" y="1940560"/>
                      <a:pt x="1255556" y="1936750"/>
                      <a:pt x="1261906" y="1931670"/>
                    </a:cubicBezTo>
                    <a:cubicBezTo>
                      <a:pt x="1265716" y="1927860"/>
                      <a:pt x="1269526" y="1922780"/>
                      <a:pt x="1273336" y="1921510"/>
                    </a:cubicBezTo>
                    <a:cubicBezTo>
                      <a:pt x="1282226" y="1918970"/>
                      <a:pt x="1288576" y="1911350"/>
                      <a:pt x="1296196" y="1906270"/>
                    </a:cubicBezTo>
                    <a:cubicBezTo>
                      <a:pt x="1302546" y="1902460"/>
                      <a:pt x="1306356" y="1894840"/>
                      <a:pt x="1312706" y="1893570"/>
                    </a:cubicBezTo>
                    <a:cubicBezTo>
                      <a:pt x="1322866" y="1891030"/>
                      <a:pt x="1330486" y="1884680"/>
                      <a:pt x="1339376" y="1878330"/>
                    </a:cubicBezTo>
                    <a:cubicBezTo>
                      <a:pt x="1344456" y="1874520"/>
                      <a:pt x="1350806" y="1871980"/>
                      <a:pt x="1357156" y="1873250"/>
                    </a:cubicBezTo>
                    <a:cubicBezTo>
                      <a:pt x="1360966" y="1874520"/>
                      <a:pt x="1366046" y="1873250"/>
                      <a:pt x="1368586" y="1871980"/>
                    </a:cubicBezTo>
                    <a:cubicBezTo>
                      <a:pt x="1373666" y="1869440"/>
                      <a:pt x="1378746" y="1865630"/>
                      <a:pt x="1383826" y="1863090"/>
                    </a:cubicBezTo>
                    <a:cubicBezTo>
                      <a:pt x="1387636" y="1860550"/>
                      <a:pt x="1391446" y="1858010"/>
                      <a:pt x="1395256" y="1858010"/>
                    </a:cubicBezTo>
                    <a:cubicBezTo>
                      <a:pt x="1407956" y="1856740"/>
                      <a:pt x="1418116" y="1854200"/>
                      <a:pt x="1424466" y="1841500"/>
                    </a:cubicBezTo>
                    <a:cubicBezTo>
                      <a:pt x="1427006" y="1836420"/>
                      <a:pt x="1439706" y="1830070"/>
                      <a:pt x="1444786" y="1832610"/>
                    </a:cubicBezTo>
                    <a:cubicBezTo>
                      <a:pt x="1453676" y="1836420"/>
                      <a:pt x="1460026" y="1833880"/>
                      <a:pt x="1465106" y="1826260"/>
                    </a:cubicBezTo>
                    <a:cubicBezTo>
                      <a:pt x="1468916" y="1822450"/>
                      <a:pt x="1473996" y="1823720"/>
                      <a:pt x="1477806" y="1826260"/>
                    </a:cubicBezTo>
                    <a:cubicBezTo>
                      <a:pt x="1480346" y="1828800"/>
                      <a:pt x="1482886" y="1830070"/>
                      <a:pt x="1485426" y="1830070"/>
                    </a:cubicBezTo>
                    <a:cubicBezTo>
                      <a:pt x="1494316" y="1831340"/>
                      <a:pt x="1504476" y="1830070"/>
                      <a:pt x="1513366" y="1831340"/>
                    </a:cubicBezTo>
                    <a:cubicBezTo>
                      <a:pt x="1520986" y="1832610"/>
                      <a:pt x="1528606" y="1830070"/>
                      <a:pt x="1533686" y="1824990"/>
                    </a:cubicBezTo>
                    <a:cubicBezTo>
                      <a:pt x="1538766" y="1819910"/>
                      <a:pt x="1542576" y="1819910"/>
                      <a:pt x="1550196" y="1822450"/>
                    </a:cubicBezTo>
                    <a:cubicBezTo>
                      <a:pt x="1556546" y="1824990"/>
                      <a:pt x="1561626" y="1831340"/>
                      <a:pt x="1570516" y="1830070"/>
                    </a:cubicBezTo>
                    <a:cubicBezTo>
                      <a:pt x="1578136" y="1828800"/>
                      <a:pt x="1587026" y="1832610"/>
                      <a:pt x="1595916" y="1828800"/>
                    </a:cubicBezTo>
                    <a:lnTo>
                      <a:pt x="1600996" y="1828800"/>
                    </a:lnTo>
                    <a:cubicBezTo>
                      <a:pt x="1608616" y="1831340"/>
                      <a:pt x="1616236" y="1832610"/>
                      <a:pt x="1622586" y="1838960"/>
                    </a:cubicBezTo>
                    <a:cubicBezTo>
                      <a:pt x="1630206" y="1845310"/>
                      <a:pt x="1631476" y="1798320"/>
                      <a:pt x="1639096" y="1803400"/>
                    </a:cubicBezTo>
                    <a:cubicBezTo>
                      <a:pt x="1650526" y="1811020"/>
                      <a:pt x="1647986" y="1803400"/>
                      <a:pt x="1659416" y="1809750"/>
                    </a:cubicBezTo>
                    <a:cubicBezTo>
                      <a:pt x="1668306" y="1813560"/>
                      <a:pt x="1664496" y="1799590"/>
                      <a:pt x="1674656" y="1802130"/>
                    </a:cubicBezTo>
                    <a:cubicBezTo>
                      <a:pt x="1675926" y="1802130"/>
                      <a:pt x="1691166" y="1812290"/>
                      <a:pt x="1691166" y="1811020"/>
                    </a:cubicBezTo>
                    <a:cubicBezTo>
                      <a:pt x="1697516" y="1807210"/>
                      <a:pt x="1703866" y="1769110"/>
                      <a:pt x="1710216" y="1770380"/>
                    </a:cubicBezTo>
                    <a:cubicBezTo>
                      <a:pt x="1722916" y="1774190"/>
                      <a:pt x="1734346" y="1771650"/>
                      <a:pt x="1745776" y="1766570"/>
                    </a:cubicBezTo>
                    <a:cubicBezTo>
                      <a:pt x="1752126" y="1764030"/>
                      <a:pt x="1762286" y="1755140"/>
                      <a:pt x="1767366" y="1758950"/>
                    </a:cubicBezTo>
                    <a:cubicBezTo>
                      <a:pt x="1776256" y="1765300"/>
                      <a:pt x="1785146" y="1767840"/>
                      <a:pt x="1795306" y="1769110"/>
                    </a:cubicBezTo>
                    <a:cubicBezTo>
                      <a:pt x="1796576" y="1769110"/>
                      <a:pt x="1797846" y="1770380"/>
                      <a:pt x="1799116" y="1771650"/>
                    </a:cubicBezTo>
                    <a:cubicBezTo>
                      <a:pt x="1802926" y="1776730"/>
                      <a:pt x="1820706" y="1762760"/>
                      <a:pt x="1824516" y="1767840"/>
                    </a:cubicBezTo>
                    <a:cubicBezTo>
                      <a:pt x="1829596" y="1775460"/>
                      <a:pt x="1834676" y="1783080"/>
                      <a:pt x="1839756" y="1789430"/>
                    </a:cubicBezTo>
                    <a:cubicBezTo>
                      <a:pt x="1842296" y="1791970"/>
                      <a:pt x="1846106" y="1793240"/>
                      <a:pt x="1847376" y="1795780"/>
                    </a:cubicBezTo>
                    <a:cubicBezTo>
                      <a:pt x="1848646" y="1802130"/>
                      <a:pt x="1851186" y="1804670"/>
                      <a:pt x="1857536" y="1804670"/>
                    </a:cubicBezTo>
                    <a:cubicBezTo>
                      <a:pt x="1861346" y="1804670"/>
                      <a:pt x="1865156" y="1805940"/>
                      <a:pt x="1867696" y="1808480"/>
                    </a:cubicBezTo>
                    <a:cubicBezTo>
                      <a:pt x="1874046" y="1812290"/>
                      <a:pt x="1879126" y="1816100"/>
                      <a:pt x="1884206" y="1819910"/>
                    </a:cubicBezTo>
                    <a:cubicBezTo>
                      <a:pt x="1890556" y="1823720"/>
                      <a:pt x="1896906" y="1827530"/>
                      <a:pt x="1899446" y="1833880"/>
                    </a:cubicBezTo>
                    <a:cubicBezTo>
                      <a:pt x="1900716" y="1836420"/>
                      <a:pt x="1901986" y="1837690"/>
                      <a:pt x="1903256" y="1838960"/>
                    </a:cubicBezTo>
                    <a:cubicBezTo>
                      <a:pt x="1908336" y="1844040"/>
                      <a:pt x="1913416" y="1847850"/>
                      <a:pt x="1918496" y="1852930"/>
                    </a:cubicBezTo>
                    <a:cubicBezTo>
                      <a:pt x="1926116" y="1859280"/>
                      <a:pt x="1932466" y="1866900"/>
                      <a:pt x="1940086" y="1873250"/>
                    </a:cubicBezTo>
                    <a:cubicBezTo>
                      <a:pt x="1942626" y="1874520"/>
                      <a:pt x="1945166" y="1877060"/>
                      <a:pt x="1947706" y="1878330"/>
                    </a:cubicBezTo>
                    <a:cubicBezTo>
                      <a:pt x="1952786" y="1880870"/>
                      <a:pt x="1957866" y="1883410"/>
                      <a:pt x="1961676" y="1887220"/>
                    </a:cubicBezTo>
                    <a:cubicBezTo>
                      <a:pt x="1965486" y="1891030"/>
                      <a:pt x="1983266" y="1868170"/>
                      <a:pt x="1985806" y="1873250"/>
                    </a:cubicBezTo>
                    <a:cubicBezTo>
                      <a:pt x="1985806" y="1874520"/>
                      <a:pt x="1987076" y="1874520"/>
                      <a:pt x="1988346" y="1874520"/>
                    </a:cubicBezTo>
                    <a:cubicBezTo>
                      <a:pt x="1995966" y="1880870"/>
                      <a:pt x="2003586" y="1878330"/>
                      <a:pt x="2011206" y="1875790"/>
                    </a:cubicBezTo>
                    <a:cubicBezTo>
                      <a:pt x="2013746" y="1874520"/>
                      <a:pt x="2016286" y="1873250"/>
                      <a:pt x="2017556" y="1874520"/>
                    </a:cubicBezTo>
                    <a:cubicBezTo>
                      <a:pt x="2026446" y="1878330"/>
                      <a:pt x="2032796" y="1887220"/>
                      <a:pt x="2044226" y="1888490"/>
                    </a:cubicBezTo>
                    <a:cubicBezTo>
                      <a:pt x="2044226" y="1888490"/>
                      <a:pt x="2045496" y="1888490"/>
                      <a:pt x="2045496" y="1889760"/>
                    </a:cubicBezTo>
                    <a:cubicBezTo>
                      <a:pt x="2048036" y="1897380"/>
                      <a:pt x="2055656" y="1897380"/>
                      <a:pt x="2062006" y="1898650"/>
                    </a:cubicBezTo>
                    <a:cubicBezTo>
                      <a:pt x="2065816" y="1898650"/>
                      <a:pt x="2069626" y="1899920"/>
                      <a:pt x="2072166" y="1901190"/>
                    </a:cubicBezTo>
                    <a:cubicBezTo>
                      <a:pt x="2079786" y="1905000"/>
                      <a:pt x="2087406" y="1910080"/>
                      <a:pt x="2096296" y="1912620"/>
                    </a:cubicBezTo>
                    <a:cubicBezTo>
                      <a:pt x="2107726" y="1916430"/>
                      <a:pt x="2119156" y="1918970"/>
                      <a:pt x="2128046" y="1925320"/>
                    </a:cubicBezTo>
                    <a:cubicBezTo>
                      <a:pt x="2129316" y="1925320"/>
                      <a:pt x="2130586" y="1925320"/>
                      <a:pt x="2130586" y="1926590"/>
                    </a:cubicBezTo>
                    <a:cubicBezTo>
                      <a:pt x="2134396" y="1929130"/>
                      <a:pt x="2140746" y="1930400"/>
                      <a:pt x="2143286" y="1934210"/>
                    </a:cubicBezTo>
                    <a:cubicBezTo>
                      <a:pt x="2147096" y="1941830"/>
                      <a:pt x="2157256" y="1940560"/>
                      <a:pt x="2162336" y="1946910"/>
                    </a:cubicBezTo>
                    <a:lnTo>
                      <a:pt x="2163606" y="1946910"/>
                    </a:lnTo>
                    <a:cubicBezTo>
                      <a:pt x="2168686" y="1946910"/>
                      <a:pt x="2173766" y="1948180"/>
                      <a:pt x="2180116" y="1948180"/>
                    </a:cubicBezTo>
                    <a:cubicBezTo>
                      <a:pt x="2182656" y="1946910"/>
                      <a:pt x="2186466" y="1944370"/>
                      <a:pt x="2189006" y="1944370"/>
                    </a:cubicBezTo>
                    <a:cubicBezTo>
                      <a:pt x="2200436" y="1948180"/>
                      <a:pt x="2211866" y="1948180"/>
                      <a:pt x="2219486" y="1938020"/>
                    </a:cubicBezTo>
                    <a:cubicBezTo>
                      <a:pt x="2220756" y="1936750"/>
                      <a:pt x="2223296" y="1936750"/>
                      <a:pt x="2225836" y="1936750"/>
                    </a:cubicBezTo>
                    <a:lnTo>
                      <a:pt x="2235996" y="1936750"/>
                    </a:lnTo>
                    <a:cubicBezTo>
                      <a:pt x="2247426" y="1934210"/>
                      <a:pt x="2257586" y="1931670"/>
                      <a:pt x="2269016" y="1930400"/>
                    </a:cubicBezTo>
                    <a:cubicBezTo>
                      <a:pt x="2274096" y="1929130"/>
                      <a:pt x="2280446" y="1931670"/>
                      <a:pt x="2285526" y="1932940"/>
                    </a:cubicBezTo>
                    <a:cubicBezTo>
                      <a:pt x="2290606" y="1934210"/>
                      <a:pt x="2295686" y="1934210"/>
                      <a:pt x="2300766" y="1934210"/>
                    </a:cubicBezTo>
                    <a:cubicBezTo>
                      <a:pt x="2307116" y="1934210"/>
                      <a:pt x="2312196" y="1931670"/>
                      <a:pt x="2318546" y="1931670"/>
                    </a:cubicBezTo>
                    <a:cubicBezTo>
                      <a:pt x="2323626" y="1930400"/>
                      <a:pt x="2329976" y="1930400"/>
                      <a:pt x="2335056" y="1929130"/>
                    </a:cubicBezTo>
                    <a:cubicBezTo>
                      <a:pt x="2346486" y="1926590"/>
                      <a:pt x="2356646" y="1924050"/>
                      <a:pt x="2368076" y="1922780"/>
                    </a:cubicBezTo>
                    <a:cubicBezTo>
                      <a:pt x="2375696" y="1879600"/>
                      <a:pt x="2374426" y="1828800"/>
                      <a:pt x="2374426" y="1776730"/>
                    </a:cubicBezTo>
                    <a:close/>
                  </a:path>
                </a:pathLst>
              </a:custGeom>
              <a:blipFill>
                <a:blip r:embed="rId6"/>
                <a:stretch>
                  <a:fillRect l="-6337" t="0" r="-6337" b="0"/>
                </a:stretch>
              </a:blipFill>
            </p:spPr>
          </p:sp>
        </p:grpSp>
        <p:sp>
          <p:nvSpPr>
            <p:cNvPr name="TextBox 13" id="13"/>
            <p:cNvSpPr txBox="true"/>
            <p:nvPr/>
          </p:nvSpPr>
          <p:spPr>
            <a:xfrm rot="0">
              <a:off x="456217" y="3944868"/>
              <a:ext cx="3403633" cy="621781"/>
            </a:xfrm>
            <a:prstGeom prst="rect">
              <a:avLst/>
            </a:prstGeom>
          </p:spPr>
          <p:txBody>
            <a:bodyPr anchor="t" rtlCol="false" tIns="0" lIns="0" bIns="0" rIns="0">
              <a:spAutoFit/>
            </a:bodyPr>
            <a:lstStyle/>
            <a:p>
              <a:pPr algn="ctr" marL="0" indent="0" lvl="0">
                <a:lnSpc>
                  <a:spcPts val="3827"/>
                </a:lnSpc>
                <a:spcBef>
                  <a:spcPct val="0"/>
                </a:spcBef>
              </a:pPr>
              <a:r>
                <a:rPr lang="en-US" sz="2734" i="true">
                  <a:solidFill>
                    <a:srgbClr val="000000"/>
                  </a:solidFill>
                  <a:latin typeface="Arapey Italics"/>
                  <a:ea typeface="Arapey Italics"/>
                  <a:cs typeface="Arapey Italics"/>
                  <a:sym typeface="Arapey Italics"/>
                </a:rPr>
                <a:t>❤️</a:t>
              </a:r>
            </a:p>
          </p:txBody>
        </p:sp>
        <p:sp>
          <p:nvSpPr>
            <p:cNvPr name="TextBox 14" id="14"/>
            <p:cNvSpPr txBox="true"/>
            <p:nvPr/>
          </p:nvSpPr>
          <p:spPr>
            <a:xfrm rot="0">
              <a:off x="13179739" y="3944868"/>
              <a:ext cx="3403633" cy="621781"/>
            </a:xfrm>
            <a:prstGeom prst="rect">
              <a:avLst/>
            </a:prstGeom>
          </p:spPr>
          <p:txBody>
            <a:bodyPr anchor="t" rtlCol="false" tIns="0" lIns="0" bIns="0" rIns="0">
              <a:spAutoFit/>
            </a:bodyPr>
            <a:lstStyle/>
            <a:p>
              <a:pPr algn="ctr" marL="0" indent="0" lvl="0">
                <a:lnSpc>
                  <a:spcPts val="3827"/>
                </a:lnSpc>
                <a:spcBef>
                  <a:spcPct val="0"/>
                </a:spcBef>
              </a:pPr>
              <a:r>
                <a:rPr lang="en-US" sz="2734" i="true">
                  <a:solidFill>
                    <a:srgbClr val="000000"/>
                  </a:solidFill>
                  <a:latin typeface="Arapey Italics"/>
                  <a:ea typeface="Arapey Italics"/>
                  <a:cs typeface="Arapey Italics"/>
                  <a:sym typeface="Arapey Italics"/>
                </a:rPr>
                <a:t>❤️</a:t>
              </a:r>
            </a:p>
          </p:txBody>
        </p:sp>
        <p:sp>
          <p:nvSpPr>
            <p:cNvPr name="TextBox 15" id="15"/>
            <p:cNvSpPr txBox="true"/>
            <p:nvPr/>
          </p:nvSpPr>
          <p:spPr>
            <a:xfrm rot="0">
              <a:off x="6817007" y="3870515"/>
              <a:ext cx="3403633" cy="621781"/>
            </a:xfrm>
            <a:prstGeom prst="rect">
              <a:avLst/>
            </a:prstGeom>
          </p:spPr>
          <p:txBody>
            <a:bodyPr anchor="t" rtlCol="false" tIns="0" lIns="0" bIns="0" rIns="0">
              <a:spAutoFit/>
            </a:bodyPr>
            <a:lstStyle/>
            <a:p>
              <a:pPr algn="ctr" marL="0" indent="0" lvl="0">
                <a:lnSpc>
                  <a:spcPts val="3827"/>
                </a:lnSpc>
                <a:spcBef>
                  <a:spcPct val="0"/>
                </a:spcBef>
              </a:pPr>
              <a:r>
                <a:rPr lang="en-US" sz="2734" i="true">
                  <a:solidFill>
                    <a:srgbClr val="000000"/>
                  </a:solidFill>
                  <a:latin typeface="Arapey Italics"/>
                  <a:ea typeface="Arapey Italics"/>
                  <a:cs typeface="Arapey Italics"/>
                  <a:sym typeface="Arapey Italics"/>
                </a:rPr>
                <a:t>❤️</a:t>
              </a:r>
            </a:p>
          </p:txBody>
        </p:sp>
      </p:gr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sp>
        <p:nvSpPr>
          <p:cNvPr name="TextBox 3" id="3"/>
          <p:cNvSpPr txBox="true"/>
          <p:nvPr/>
        </p:nvSpPr>
        <p:spPr>
          <a:xfrm rot="0">
            <a:off x="310786" y="-9525"/>
            <a:ext cx="11553465" cy="1038225"/>
          </a:xfrm>
          <a:prstGeom prst="rect">
            <a:avLst/>
          </a:prstGeom>
        </p:spPr>
        <p:txBody>
          <a:bodyPr anchor="t" rtlCol="false" tIns="0" lIns="0" bIns="0" rIns="0">
            <a:spAutoFit/>
          </a:bodyPr>
          <a:lstStyle/>
          <a:p>
            <a:pPr algn="l" marL="0" indent="0" lvl="0">
              <a:lnSpc>
                <a:spcPts val="8400"/>
              </a:lnSpc>
              <a:spcBef>
                <a:spcPct val="0"/>
              </a:spcBef>
            </a:pPr>
            <a:r>
              <a:rPr lang="en-US" sz="6000">
                <a:solidFill>
                  <a:srgbClr val="000000"/>
                </a:solidFill>
                <a:latin typeface="Arapey"/>
                <a:ea typeface="Arapey"/>
                <a:cs typeface="Arapey"/>
                <a:sym typeface="Arapey"/>
              </a:rPr>
              <a:t>100 razones por las cuales yo te amo</a:t>
            </a:r>
          </a:p>
        </p:txBody>
      </p:sp>
      <p:sp>
        <p:nvSpPr>
          <p:cNvPr name="TextBox 4" id="4"/>
          <p:cNvSpPr txBox="true"/>
          <p:nvPr/>
        </p:nvSpPr>
        <p:spPr>
          <a:xfrm rot="0">
            <a:off x="3165338" y="4943974"/>
            <a:ext cx="6360890" cy="107589"/>
          </a:xfrm>
          <a:prstGeom prst="rect">
            <a:avLst/>
          </a:prstGeom>
        </p:spPr>
        <p:txBody>
          <a:bodyPr anchor="t" rtlCol="false" tIns="0" lIns="0" bIns="0" rIns="0">
            <a:spAutoFit/>
          </a:bodyPr>
          <a:lstStyle/>
          <a:p>
            <a:pPr algn="l">
              <a:lnSpc>
                <a:spcPts val="723"/>
              </a:lnSpc>
            </a:pPr>
            <a:r>
              <a:rPr lang="en-US" sz="517">
                <a:solidFill>
                  <a:srgbClr val="000000"/>
                </a:solidFill>
                <a:latin typeface="Proxima Nova Light"/>
                <a:ea typeface="Proxima Nova Light"/>
                <a:cs typeface="Proxima Nova Light"/>
                <a:sym typeface="Proxima Nova Light"/>
              </a:rPr>
              <a:t>P</a:t>
            </a:r>
          </a:p>
          <a:p>
            <a:pPr algn="r">
              <a:lnSpc>
                <a:spcPts val="29"/>
              </a:lnSpc>
            </a:pPr>
            <a:r>
              <a:rPr lang="en-US" sz="100">
                <a:solidFill>
                  <a:srgbClr val="000000"/>
                </a:solidFill>
                <a:latin typeface="Proxima Nova Light"/>
                <a:ea typeface="Proxima Nova Light"/>
                <a:cs typeface="Proxima Nova Light"/>
                <a:sym typeface="Proxima Nova Light"/>
              </a:rPr>
              <a:t>Porque no necesito 100 motivos para amarla; pero si me pidieran mil, encontraría mil más. ❤️</a:t>
            </a:r>
          </a:p>
        </p:txBody>
      </p:sp>
      <p:sp>
        <p:nvSpPr>
          <p:cNvPr name="TextBox 5" id="5"/>
          <p:cNvSpPr txBox="true"/>
          <p:nvPr/>
        </p:nvSpPr>
        <p:spPr>
          <a:xfrm rot="0">
            <a:off x="44893" y="1098639"/>
            <a:ext cx="3493314" cy="8740260"/>
          </a:xfrm>
          <a:prstGeom prst="rect">
            <a:avLst/>
          </a:prstGeom>
        </p:spPr>
        <p:txBody>
          <a:bodyPr anchor="t" rtlCol="false" tIns="0" lIns="0" bIns="0" rIns="0">
            <a:spAutoFit/>
          </a:bodyPr>
          <a:lstStyle/>
          <a:p>
            <a:pPr algn="l">
              <a:lnSpc>
                <a:spcPts val="2096"/>
              </a:lnSpc>
              <a:spcBef>
                <a:spcPct val="0"/>
              </a:spcBef>
            </a:pPr>
            <a:r>
              <a:rPr lang="en-US" sz="1497">
                <a:solidFill>
                  <a:srgbClr val="000000"/>
                </a:solidFill>
                <a:latin typeface="Arapey"/>
                <a:ea typeface="Arapey"/>
                <a:cs typeface="Arapey"/>
                <a:sym typeface="Arapey"/>
              </a:rPr>
              <a:t>1. Porque me hace sonreír incluso en los días difíciles.</a:t>
            </a:r>
          </a:p>
          <a:p>
            <a:pPr algn="l">
              <a:lnSpc>
                <a:spcPts val="2096"/>
              </a:lnSpc>
              <a:spcBef>
                <a:spcPct val="0"/>
              </a:spcBef>
            </a:pPr>
            <a:r>
              <a:rPr lang="en-US" sz="1497">
                <a:solidFill>
                  <a:srgbClr val="000000"/>
                </a:solidFill>
                <a:latin typeface="Arapey"/>
                <a:ea typeface="Arapey"/>
                <a:cs typeface="Arapey"/>
                <a:sym typeface="Arapey"/>
              </a:rPr>
              <a:t>2. Porque puedo ser yo mismo cuando estoy a su lado.</a:t>
            </a:r>
          </a:p>
          <a:p>
            <a:pPr algn="l">
              <a:lnSpc>
                <a:spcPts val="2096"/>
              </a:lnSpc>
              <a:spcBef>
                <a:spcPct val="0"/>
              </a:spcBef>
            </a:pPr>
            <a:r>
              <a:rPr lang="en-US" sz="1497">
                <a:solidFill>
                  <a:srgbClr val="000000"/>
                </a:solidFill>
                <a:latin typeface="Arapey"/>
                <a:ea typeface="Arapey"/>
                <a:cs typeface="Arapey"/>
                <a:sym typeface="Arapey"/>
              </a:rPr>
              <a:t>3. Porque su sonrisa ilumina mis días.</a:t>
            </a:r>
          </a:p>
          <a:p>
            <a:pPr algn="l">
              <a:lnSpc>
                <a:spcPts val="2096"/>
              </a:lnSpc>
              <a:spcBef>
                <a:spcPct val="0"/>
              </a:spcBef>
            </a:pPr>
            <a:r>
              <a:rPr lang="en-US" sz="1497">
                <a:solidFill>
                  <a:srgbClr val="000000"/>
                </a:solidFill>
                <a:latin typeface="Arapey"/>
                <a:ea typeface="Arapey"/>
                <a:cs typeface="Arapey"/>
                <a:sym typeface="Arapey"/>
              </a:rPr>
              <a:t>4. Porque sus ojos tienen algo que me encanta.</a:t>
            </a:r>
          </a:p>
          <a:p>
            <a:pPr algn="l">
              <a:lnSpc>
                <a:spcPts val="2096"/>
              </a:lnSpc>
              <a:spcBef>
                <a:spcPct val="0"/>
              </a:spcBef>
            </a:pPr>
            <a:r>
              <a:rPr lang="en-US" sz="1497">
                <a:solidFill>
                  <a:srgbClr val="000000"/>
                </a:solidFill>
                <a:latin typeface="Arapey"/>
                <a:ea typeface="Arapey"/>
                <a:cs typeface="Arapey"/>
                <a:sym typeface="Arapey"/>
              </a:rPr>
              <a:t>5. Porque me escucha cuando necesito hablar.</a:t>
            </a:r>
          </a:p>
          <a:p>
            <a:pPr algn="l">
              <a:lnSpc>
                <a:spcPts val="2096"/>
              </a:lnSpc>
              <a:spcBef>
                <a:spcPct val="0"/>
              </a:spcBef>
            </a:pPr>
            <a:r>
              <a:rPr lang="en-US" sz="1497">
                <a:solidFill>
                  <a:srgbClr val="000000"/>
                </a:solidFill>
                <a:latin typeface="Arapey"/>
                <a:ea typeface="Arapey"/>
                <a:cs typeface="Arapey"/>
                <a:sym typeface="Arapey"/>
              </a:rPr>
              <a:t>6. Porque me hace sentir querido.</a:t>
            </a:r>
          </a:p>
          <a:p>
            <a:pPr algn="l">
              <a:lnSpc>
                <a:spcPts val="2096"/>
              </a:lnSpc>
              <a:spcBef>
                <a:spcPct val="0"/>
              </a:spcBef>
            </a:pPr>
            <a:r>
              <a:rPr lang="en-US" sz="1497">
                <a:solidFill>
                  <a:srgbClr val="000000"/>
                </a:solidFill>
                <a:latin typeface="Arapey"/>
                <a:ea typeface="Arapey"/>
                <a:cs typeface="Arapey"/>
                <a:sym typeface="Arapey"/>
              </a:rPr>
              <a:t>7. Porque confía en mí.</a:t>
            </a:r>
          </a:p>
          <a:p>
            <a:pPr algn="l">
              <a:lnSpc>
                <a:spcPts val="2096"/>
              </a:lnSpc>
              <a:spcBef>
                <a:spcPct val="0"/>
              </a:spcBef>
            </a:pPr>
            <a:r>
              <a:rPr lang="en-US" sz="1497">
                <a:solidFill>
                  <a:srgbClr val="000000"/>
                </a:solidFill>
                <a:latin typeface="Arapey"/>
                <a:ea typeface="Arapey"/>
                <a:cs typeface="Arapey"/>
                <a:sym typeface="Arapey"/>
              </a:rPr>
              <a:t>8. Porque puedo confiar en ella.</a:t>
            </a:r>
          </a:p>
          <a:p>
            <a:pPr algn="l">
              <a:lnSpc>
                <a:spcPts val="2096"/>
              </a:lnSpc>
              <a:spcBef>
                <a:spcPct val="0"/>
              </a:spcBef>
            </a:pPr>
            <a:r>
              <a:rPr lang="en-US" sz="1497">
                <a:solidFill>
                  <a:srgbClr val="000000"/>
                </a:solidFill>
                <a:latin typeface="Arapey"/>
                <a:ea typeface="Arapey"/>
                <a:cs typeface="Arapey"/>
                <a:sym typeface="Arapey"/>
              </a:rPr>
              <a:t>9. Porque me apoya en mis sueños.</a:t>
            </a:r>
          </a:p>
          <a:p>
            <a:pPr algn="l">
              <a:lnSpc>
                <a:spcPts val="2096"/>
              </a:lnSpc>
              <a:spcBef>
                <a:spcPct val="0"/>
              </a:spcBef>
            </a:pPr>
            <a:r>
              <a:rPr lang="en-US" sz="1497">
                <a:solidFill>
                  <a:srgbClr val="000000"/>
                </a:solidFill>
                <a:latin typeface="Arapey"/>
                <a:ea typeface="Arapey"/>
                <a:cs typeface="Arapey"/>
                <a:sym typeface="Arapey"/>
              </a:rPr>
              <a:t>10. Porque celebra mis logros conmigo.</a:t>
            </a:r>
          </a:p>
          <a:p>
            <a:pPr algn="l">
              <a:lnSpc>
                <a:spcPts val="2096"/>
              </a:lnSpc>
              <a:spcBef>
                <a:spcPct val="0"/>
              </a:spcBef>
            </a:pPr>
            <a:r>
              <a:rPr lang="en-US" sz="1497">
                <a:solidFill>
                  <a:srgbClr val="000000"/>
                </a:solidFill>
                <a:latin typeface="Arapey"/>
                <a:ea typeface="Arapey"/>
                <a:cs typeface="Arapey"/>
                <a:sym typeface="Arapey"/>
              </a:rPr>
              <a:t>11. Porque está en mis momentos buenos y malos.</a:t>
            </a:r>
          </a:p>
          <a:p>
            <a:pPr algn="l">
              <a:lnSpc>
                <a:spcPts val="2096"/>
              </a:lnSpc>
              <a:spcBef>
                <a:spcPct val="0"/>
              </a:spcBef>
            </a:pPr>
            <a:r>
              <a:rPr lang="en-US" sz="1497">
                <a:solidFill>
                  <a:srgbClr val="000000"/>
                </a:solidFill>
                <a:latin typeface="Arapey"/>
                <a:ea typeface="Arapey"/>
                <a:cs typeface="Arapey"/>
                <a:sym typeface="Arapey"/>
              </a:rPr>
              <a:t>12. Porque me hace sentir especial.</a:t>
            </a:r>
          </a:p>
          <a:p>
            <a:pPr algn="l">
              <a:lnSpc>
                <a:spcPts val="2096"/>
              </a:lnSpc>
              <a:spcBef>
                <a:spcPct val="0"/>
              </a:spcBef>
            </a:pPr>
            <a:r>
              <a:rPr lang="en-US" sz="1497">
                <a:solidFill>
                  <a:srgbClr val="000000"/>
                </a:solidFill>
                <a:latin typeface="Arapey"/>
                <a:ea typeface="Arapey"/>
                <a:cs typeface="Arapey"/>
                <a:sym typeface="Arapey"/>
              </a:rPr>
              <a:t>13. Porque sus abrazos me dan tranquilidad.</a:t>
            </a:r>
          </a:p>
          <a:p>
            <a:pPr algn="l">
              <a:lnSpc>
                <a:spcPts val="2096"/>
              </a:lnSpc>
              <a:spcBef>
                <a:spcPct val="0"/>
              </a:spcBef>
            </a:pPr>
            <a:r>
              <a:rPr lang="en-US" sz="1497">
                <a:solidFill>
                  <a:srgbClr val="000000"/>
                </a:solidFill>
                <a:latin typeface="Arapey"/>
                <a:ea typeface="Arapey"/>
                <a:cs typeface="Arapey"/>
                <a:sym typeface="Arapey"/>
              </a:rPr>
              <a:t>14. Porque un beso suyo puede cambiar mi día.</a:t>
            </a:r>
          </a:p>
          <a:p>
            <a:pPr algn="l">
              <a:lnSpc>
                <a:spcPts val="2096"/>
              </a:lnSpc>
              <a:spcBef>
                <a:spcPct val="0"/>
              </a:spcBef>
            </a:pPr>
            <a:r>
              <a:rPr lang="en-US" sz="1497">
                <a:solidFill>
                  <a:srgbClr val="000000"/>
                </a:solidFill>
                <a:latin typeface="Arapey"/>
                <a:ea typeface="Arapey"/>
                <a:cs typeface="Arapey"/>
                <a:sym typeface="Arapey"/>
              </a:rPr>
              <a:t>15. Porque me gusta escuchar su voz.</a:t>
            </a:r>
          </a:p>
          <a:p>
            <a:pPr algn="l">
              <a:lnSpc>
                <a:spcPts val="2096"/>
              </a:lnSpc>
              <a:spcBef>
                <a:spcPct val="0"/>
              </a:spcBef>
            </a:pPr>
            <a:r>
              <a:rPr lang="en-US" sz="1497">
                <a:solidFill>
                  <a:srgbClr val="000000"/>
                </a:solidFill>
                <a:latin typeface="Arapey"/>
                <a:ea typeface="Arapey"/>
                <a:cs typeface="Arapey"/>
                <a:sym typeface="Arapey"/>
              </a:rPr>
              <a:t>16. Porque me encanta su forma de reír.</a:t>
            </a:r>
          </a:p>
          <a:p>
            <a:pPr algn="l">
              <a:lnSpc>
                <a:spcPts val="2096"/>
              </a:lnSpc>
              <a:spcBef>
                <a:spcPct val="0"/>
              </a:spcBef>
            </a:pPr>
            <a:r>
              <a:rPr lang="en-US" sz="1497">
                <a:solidFill>
                  <a:srgbClr val="000000"/>
                </a:solidFill>
                <a:latin typeface="Arapey"/>
                <a:ea typeface="Arapey"/>
                <a:cs typeface="Arapey"/>
                <a:sym typeface="Arapey"/>
              </a:rPr>
              <a:t>17. Porque tiene una manera única de ser.</a:t>
            </a:r>
          </a:p>
          <a:p>
            <a:pPr algn="l">
              <a:lnSpc>
                <a:spcPts val="2096"/>
              </a:lnSpc>
              <a:spcBef>
                <a:spcPct val="0"/>
              </a:spcBef>
            </a:pPr>
            <a:r>
              <a:rPr lang="en-US" sz="1497">
                <a:solidFill>
                  <a:srgbClr val="000000"/>
                </a:solidFill>
                <a:latin typeface="Arapey"/>
                <a:ea typeface="Arapey"/>
                <a:cs typeface="Arapey"/>
                <a:sym typeface="Arapey"/>
              </a:rPr>
              <a:t>18. Porque admiro su personalidad.</a:t>
            </a:r>
          </a:p>
          <a:p>
            <a:pPr algn="l">
              <a:lnSpc>
                <a:spcPts val="2096"/>
              </a:lnSpc>
              <a:spcBef>
                <a:spcPct val="0"/>
              </a:spcBef>
            </a:pPr>
            <a:r>
              <a:rPr lang="en-US" sz="1497">
                <a:solidFill>
                  <a:srgbClr val="000000"/>
                </a:solidFill>
                <a:latin typeface="Arapey"/>
                <a:ea typeface="Arapey"/>
                <a:cs typeface="Arapey"/>
                <a:sym typeface="Arapey"/>
              </a:rPr>
              <a:t>19. Porque me inspira a ser mejor.</a:t>
            </a:r>
          </a:p>
          <a:p>
            <a:pPr algn="l">
              <a:lnSpc>
                <a:spcPts val="2096"/>
              </a:lnSpc>
              <a:spcBef>
                <a:spcPct val="0"/>
              </a:spcBef>
            </a:pPr>
            <a:r>
              <a:rPr lang="en-US" sz="1497">
                <a:solidFill>
                  <a:srgbClr val="000000"/>
                </a:solidFill>
                <a:latin typeface="Arapey"/>
                <a:ea typeface="Arapey"/>
                <a:cs typeface="Arapey"/>
                <a:sym typeface="Arapey"/>
              </a:rPr>
              <a:t>20. Porque me hace sentir acompañado.</a:t>
            </a:r>
          </a:p>
          <a:p>
            <a:pPr algn="l">
              <a:lnSpc>
                <a:spcPts val="2096"/>
              </a:lnSpc>
              <a:spcBef>
                <a:spcPct val="0"/>
              </a:spcBef>
            </a:pPr>
            <a:r>
              <a:rPr lang="en-US" sz="1497">
                <a:solidFill>
                  <a:srgbClr val="000000"/>
                </a:solidFill>
                <a:latin typeface="Arapey"/>
                <a:ea typeface="Arapey"/>
                <a:cs typeface="Arapey"/>
                <a:sym typeface="Arapey"/>
              </a:rPr>
              <a:t>21. Porque puedo hablar con ella de cualquier cosa.</a:t>
            </a:r>
          </a:p>
          <a:p>
            <a:pPr algn="l">
              <a:lnSpc>
                <a:spcPts val="2096"/>
              </a:lnSpc>
              <a:spcBef>
                <a:spcPct val="0"/>
              </a:spcBef>
            </a:pPr>
            <a:r>
              <a:rPr lang="en-US" sz="1497">
                <a:solidFill>
                  <a:srgbClr val="000000"/>
                </a:solidFill>
                <a:latin typeface="Arapey"/>
                <a:ea typeface="Arapey"/>
                <a:cs typeface="Arapey"/>
                <a:sym typeface="Arapey"/>
              </a:rPr>
              <a:t>22. Porque tenemos recuerdos que nadie puede reemplazar.</a:t>
            </a:r>
          </a:p>
          <a:p>
            <a:pPr algn="l">
              <a:lnSpc>
                <a:spcPts val="2096"/>
              </a:lnSpc>
              <a:spcBef>
                <a:spcPct val="0"/>
              </a:spcBef>
            </a:pPr>
            <a:r>
              <a:rPr lang="en-US" sz="1497">
                <a:solidFill>
                  <a:srgbClr val="000000"/>
                </a:solidFill>
                <a:latin typeface="Arapey"/>
                <a:ea typeface="Arapey"/>
                <a:cs typeface="Arapey"/>
                <a:sym typeface="Arapey"/>
              </a:rPr>
              <a:t>23. Porque cada momento a su lado tiene algo especial.</a:t>
            </a:r>
          </a:p>
          <a:p>
            <a:pPr algn="l">
              <a:lnSpc>
                <a:spcPts val="2096"/>
              </a:lnSpc>
              <a:spcBef>
                <a:spcPct val="0"/>
              </a:spcBef>
            </a:pPr>
            <a:r>
              <a:rPr lang="en-US" sz="1497">
                <a:solidFill>
                  <a:srgbClr val="000000"/>
                </a:solidFill>
                <a:latin typeface="Arapey"/>
                <a:ea typeface="Arapey"/>
                <a:cs typeface="Arapey"/>
                <a:sym typeface="Arapey"/>
              </a:rPr>
              <a:t>24. Porque me gusta cómo me mira.</a:t>
            </a:r>
          </a:p>
          <a:p>
            <a:pPr algn="l">
              <a:lnSpc>
                <a:spcPts val="2096"/>
              </a:lnSpc>
              <a:spcBef>
                <a:spcPct val="0"/>
              </a:spcBef>
            </a:pPr>
            <a:r>
              <a:rPr lang="en-US" sz="1497">
                <a:solidFill>
                  <a:srgbClr val="000000"/>
                </a:solidFill>
                <a:latin typeface="Arapey"/>
                <a:ea typeface="Arapey"/>
                <a:cs typeface="Arapey"/>
                <a:sym typeface="Arapey"/>
              </a:rPr>
              <a:t>25. Porque me hace sentir en casa.</a:t>
            </a:r>
          </a:p>
        </p:txBody>
      </p:sp>
      <p:sp>
        <p:nvSpPr>
          <p:cNvPr name="TextBox 6" id="6"/>
          <p:cNvSpPr txBox="true"/>
          <p:nvPr/>
        </p:nvSpPr>
        <p:spPr>
          <a:xfrm rot="0">
            <a:off x="4585223" y="1108164"/>
            <a:ext cx="3501966" cy="8660765"/>
          </a:xfrm>
          <a:prstGeom prst="rect">
            <a:avLst/>
          </a:prstGeom>
        </p:spPr>
        <p:txBody>
          <a:bodyPr anchor="t" rtlCol="false" tIns="0" lIns="0" bIns="0" rIns="0">
            <a:spAutoFit/>
          </a:bodyPr>
          <a:lstStyle/>
          <a:p>
            <a:pPr algn="l">
              <a:lnSpc>
                <a:spcPts val="1959"/>
              </a:lnSpc>
              <a:spcBef>
                <a:spcPct val="0"/>
              </a:spcBef>
            </a:pPr>
            <a:r>
              <a:rPr lang="en-US" sz="1399">
                <a:solidFill>
                  <a:srgbClr val="000000"/>
                </a:solidFill>
                <a:latin typeface="Arapey"/>
                <a:ea typeface="Arapey"/>
                <a:cs typeface="Arapey"/>
                <a:sym typeface="Arapey"/>
              </a:rPr>
              <a:t>26. Porque incluso cuando no hablamos, disfruto estar con ella.</a:t>
            </a:r>
          </a:p>
          <a:p>
            <a:pPr algn="l">
              <a:lnSpc>
                <a:spcPts val="1959"/>
              </a:lnSpc>
              <a:spcBef>
                <a:spcPct val="0"/>
              </a:spcBef>
            </a:pPr>
            <a:r>
              <a:rPr lang="en-US" sz="1399">
                <a:solidFill>
                  <a:srgbClr val="000000"/>
                </a:solidFill>
                <a:latin typeface="Arapey"/>
                <a:ea typeface="Arapey"/>
                <a:cs typeface="Arapey"/>
                <a:sym typeface="Arapey"/>
              </a:rPr>
              <a:t>27. Porque conoce partes de mí que pocos conocen.</a:t>
            </a:r>
          </a:p>
          <a:p>
            <a:pPr algn="l">
              <a:lnSpc>
                <a:spcPts val="1959"/>
              </a:lnSpc>
              <a:spcBef>
                <a:spcPct val="0"/>
              </a:spcBef>
            </a:pPr>
            <a:r>
              <a:rPr lang="en-US" sz="1399">
                <a:solidFill>
                  <a:srgbClr val="000000"/>
                </a:solidFill>
                <a:latin typeface="Arapey"/>
                <a:ea typeface="Arapey"/>
                <a:cs typeface="Arapey"/>
                <a:sym typeface="Arapey"/>
              </a:rPr>
              <a:t>28. Porque acepta mis defectos.</a:t>
            </a:r>
          </a:p>
          <a:p>
            <a:pPr algn="l">
              <a:lnSpc>
                <a:spcPts val="1959"/>
              </a:lnSpc>
              <a:spcBef>
                <a:spcPct val="0"/>
              </a:spcBef>
            </a:pPr>
            <a:r>
              <a:rPr lang="en-US" sz="1399">
                <a:solidFill>
                  <a:srgbClr val="000000"/>
                </a:solidFill>
                <a:latin typeface="Arapey"/>
                <a:ea typeface="Arapey"/>
                <a:cs typeface="Arapey"/>
                <a:sym typeface="Arapey"/>
              </a:rPr>
              <a:t>29. Porque me ayuda a aceptar los míos.</a:t>
            </a:r>
          </a:p>
          <a:p>
            <a:pPr algn="l">
              <a:lnSpc>
                <a:spcPts val="1959"/>
              </a:lnSpc>
              <a:spcBef>
                <a:spcPct val="0"/>
              </a:spcBef>
            </a:pPr>
            <a:r>
              <a:rPr lang="en-US" sz="1399">
                <a:solidFill>
                  <a:srgbClr val="000000"/>
                </a:solidFill>
                <a:latin typeface="Arapey"/>
                <a:ea typeface="Arapey"/>
                <a:cs typeface="Arapey"/>
                <a:sym typeface="Arapey"/>
              </a:rPr>
              <a:t>30. Porque me demuestra cariño de muchas maneras.</a:t>
            </a:r>
          </a:p>
          <a:p>
            <a:pPr algn="l">
              <a:lnSpc>
                <a:spcPts val="1959"/>
              </a:lnSpc>
              <a:spcBef>
                <a:spcPct val="0"/>
              </a:spcBef>
            </a:pPr>
            <a:r>
              <a:rPr lang="en-US" sz="1399">
                <a:solidFill>
                  <a:srgbClr val="000000"/>
                </a:solidFill>
                <a:latin typeface="Arapey"/>
                <a:ea typeface="Arapey"/>
                <a:cs typeface="Arapey"/>
                <a:sym typeface="Arapey"/>
              </a:rPr>
              <a:t>31. Porque me importa profundamente su felicidad.</a:t>
            </a:r>
          </a:p>
          <a:p>
            <a:pPr algn="l">
              <a:lnSpc>
                <a:spcPts val="1959"/>
              </a:lnSpc>
              <a:spcBef>
                <a:spcPct val="0"/>
              </a:spcBef>
            </a:pPr>
            <a:r>
              <a:rPr lang="en-US" sz="1399">
                <a:solidFill>
                  <a:srgbClr val="000000"/>
                </a:solidFill>
                <a:latin typeface="Arapey"/>
                <a:ea typeface="Arapey"/>
                <a:cs typeface="Arapey"/>
                <a:sym typeface="Arapey"/>
              </a:rPr>
              <a:t>32. Porque quiero verla cumplir sus sueños.</a:t>
            </a:r>
          </a:p>
          <a:p>
            <a:pPr algn="l">
              <a:lnSpc>
                <a:spcPts val="1959"/>
              </a:lnSpc>
              <a:spcBef>
                <a:spcPct val="0"/>
              </a:spcBef>
            </a:pPr>
            <a:r>
              <a:rPr lang="en-US" sz="1399">
                <a:solidFill>
                  <a:srgbClr val="000000"/>
                </a:solidFill>
                <a:latin typeface="Arapey"/>
                <a:ea typeface="Arapey"/>
                <a:cs typeface="Arapey"/>
                <a:sym typeface="Arapey"/>
              </a:rPr>
              <a:t>33. Porque me gusta cuidar de ella.</a:t>
            </a:r>
          </a:p>
          <a:p>
            <a:pPr algn="l">
              <a:lnSpc>
                <a:spcPts val="1959"/>
              </a:lnSpc>
              <a:spcBef>
                <a:spcPct val="0"/>
              </a:spcBef>
            </a:pPr>
            <a:r>
              <a:rPr lang="en-US" sz="1399">
                <a:solidFill>
                  <a:srgbClr val="000000"/>
                </a:solidFill>
                <a:latin typeface="Arapey"/>
                <a:ea typeface="Arapey"/>
                <a:cs typeface="Arapey"/>
                <a:sym typeface="Arapey"/>
              </a:rPr>
              <a:t>34. Porque me gusta que se preocupe por mí.</a:t>
            </a:r>
          </a:p>
          <a:p>
            <a:pPr algn="l">
              <a:lnSpc>
                <a:spcPts val="1959"/>
              </a:lnSpc>
              <a:spcBef>
                <a:spcPct val="0"/>
              </a:spcBef>
            </a:pPr>
            <a:r>
              <a:rPr lang="en-US" sz="1399">
                <a:solidFill>
                  <a:srgbClr val="000000"/>
                </a:solidFill>
                <a:latin typeface="Arapey"/>
                <a:ea typeface="Arapey"/>
                <a:cs typeface="Arapey"/>
                <a:sym typeface="Arapey"/>
              </a:rPr>
              <a:t>35. Porque juntos podemos superar momentos difíciles.</a:t>
            </a:r>
          </a:p>
          <a:p>
            <a:pPr algn="l">
              <a:lnSpc>
                <a:spcPts val="1959"/>
              </a:lnSpc>
              <a:spcBef>
                <a:spcPct val="0"/>
              </a:spcBef>
            </a:pPr>
            <a:r>
              <a:rPr lang="en-US" sz="1399">
                <a:solidFill>
                  <a:srgbClr val="000000"/>
                </a:solidFill>
                <a:latin typeface="Arapey"/>
                <a:ea typeface="Arapey"/>
                <a:cs typeface="Arapey"/>
                <a:sym typeface="Arapey"/>
              </a:rPr>
              <a:t>36. Porque me hace sentir que no estoy solo.</a:t>
            </a:r>
          </a:p>
          <a:p>
            <a:pPr algn="l">
              <a:lnSpc>
                <a:spcPts val="1959"/>
              </a:lnSpc>
              <a:spcBef>
                <a:spcPct val="0"/>
              </a:spcBef>
            </a:pPr>
            <a:r>
              <a:rPr lang="en-US" sz="1399">
                <a:solidFill>
                  <a:srgbClr val="000000"/>
                </a:solidFill>
                <a:latin typeface="Arapey"/>
                <a:ea typeface="Arapey"/>
                <a:cs typeface="Arapey"/>
                <a:sym typeface="Arapey"/>
              </a:rPr>
              <a:t>37. Porque cada abrazo suyo se siente diferente.</a:t>
            </a:r>
          </a:p>
          <a:p>
            <a:pPr algn="l">
              <a:lnSpc>
                <a:spcPts val="1959"/>
              </a:lnSpc>
              <a:spcBef>
                <a:spcPct val="0"/>
              </a:spcBef>
            </a:pPr>
            <a:r>
              <a:rPr lang="en-US" sz="1399">
                <a:solidFill>
                  <a:srgbClr val="000000"/>
                </a:solidFill>
                <a:latin typeface="Arapey"/>
                <a:ea typeface="Arapey"/>
                <a:cs typeface="Arapey"/>
                <a:sym typeface="Arapey"/>
              </a:rPr>
              <a:t>38. Porque su felicidad también me hace feliz.</a:t>
            </a:r>
          </a:p>
          <a:p>
            <a:pPr algn="l">
              <a:lnSpc>
                <a:spcPts val="1959"/>
              </a:lnSpc>
              <a:spcBef>
                <a:spcPct val="0"/>
              </a:spcBef>
            </a:pPr>
            <a:r>
              <a:rPr lang="en-US" sz="1399">
                <a:solidFill>
                  <a:srgbClr val="000000"/>
                </a:solidFill>
                <a:latin typeface="Arapey"/>
                <a:ea typeface="Arapey"/>
                <a:cs typeface="Arapey"/>
                <a:sym typeface="Arapey"/>
              </a:rPr>
              <a:t>39. Porque me encanta verla emocionarse por algo que le gusta.</a:t>
            </a:r>
          </a:p>
          <a:p>
            <a:pPr algn="l">
              <a:lnSpc>
                <a:spcPts val="1959"/>
              </a:lnSpc>
              <a:spcBef>
                <a:spcPct val="0"/>
              </a:spcBef>
            </a:pPr>
            <a:r>
              <a:rPr lang="en-US" sz="1399">
                <a:solidFill>
                  <a:srgbClr val="000000"/>
                </a:solidFill>
                <a:latin typeface="Arapey"/>
                <a:ea typeface="Arapey"/>
                <a:cs typeface="Arapey"/>
                <a:sym typeface="Arapey"/>
              </a:rPr>
              <a:t>40. Porque tiene detalles que quizá ni siquiera nota.</a:t>
            </a:r>
          </a:p>
          <a:p>
            <a:pPr algn="l">
              <a:lnSpc>
                <a:spcPts val="1959"/>
              </a:lnSpc>
              <a:spcBef>
                <a:spcPct val="0"/>
              </a:spcBef>
            </a:pPr>
            <a:r>
              <a:rPr lang="en-US" sz="1399">
                <a:solidFill>
                  <a:srgbClr val="000000"/>
                </a:solidFill>
                <a:latin typeface="Arapey"/>
                <a:ea typeface="Arapey"/>
                <a:cs typeface="Arapey"/>
                <a:sym typeface="Arapey"/>
              </a:rPr>
              <a:t>41. Porque me hace reír con cosas simples.</a:t>
            </a:r>
          </a:p>
          <a:p>
            <a:pPr algn="l">
              <a:lnSpc>
                <a:spcPts val="1959"/>
              </a:lnSpc>
              <a:spcBef>
                <a:spcPct val="0"/>
              </a:spcBef>
            </a:pPr>
            <a:r>
              <a:rPr lang="en-US" sz="1399">
                <a:solidFill>
                  <a:srgbClr val="000000"/>
                </a:solidFill>
                <a:latin typeface="Arapey"/>
                <a:ea typeface="Arapey"/>
                <a:cs typeface="Arapey"/>
                <a:sym typeface="Arapey"/>
              </a:rPr>
              <a:t>42. Porque puedo contarle mis preocupaciones.</a:t>
            </a:r>
          </a:p>
          <a:p>
            <a:pPr algn="l">
              <a:lnSpc>
                <a:spcPts val="1959"/>
              </a:lnSpc>
              <a:spcBef>
                <a:spcPct val="0"/>
              </a:spcBef>
            </a:pPr>
            <a:r>
              <a:rPr lang="en-US" sz="1399">
                <a:solidFill>
                  <a:srgbClr val="000000"/>
                </a:solidFill>
                <a:latin typeface="Arapey"/>
                <a:ea typeface="Arapey"/>
                <a:cs typeface="Arapey"/>
                <a:sym typeface="Arapey"/>
              </a:rPr>
              <a:t>43. Porque puedo compartir mis alegrías con ella.</a:t>
            </a:r>
          </a:p>
          <a:p>
            <a:pPr algn="l">
              <a:lnSpc>
                <a:spcPts val="1959"/>
              </a:lnSpc>
              <a:spcBef>
                <a:spcPct val="0"/>
              </a:spcBef>
            </a:pPr>
            <a:r>
              <a:rPr lang="en-US" sz="1399">
                <a:solidFill>
                  <a:srgbClr val="000000"/>
                </a:solidFill>
                <a:latin typeface="Arapey"/>
                <a:ea typeface="Arapey"/>
                <a:cs typeface="Arapey"/>
                <a:sym typeface="Arapey"/>
              </a:rPr>
              <a:t>44. Porque me conoce cada día un poco más.</a:t>
            </a:r>
          </a:p>
          <a:p>
            <a:pPr algn="l">
              <a:lnSpc>
                <a:spcPts val="1959"/>
              </a:lnSpc>
              <a:spcBef>
                <a:spcPct val="0"/>
              </a:spcBef>
            </a:pPr>
            <a:r>
              <a:rPr lang="en-US" sz="1399">
                <a:solidFill>
                  <a:srgbClr val="000000"/>
                </a:solidFill>
                <a:latin typeface="Arapey"/>
                <a:ea typeface="Arapey"/>
                <a:cs typeface="Arapey"/>
                <a:sym typeface="Arapey"/>
              </a:rPr>
              <a:t>45. Porque yo también quiero conocer cada parte de ella.</a:t>
            </a:r>
          </a:p>
          <a:p>
            <a:pPr algn="l">
              <a:lnSpc>
                <a:spcPts val="1959"/>
              </a:lnSpc>
              <a:spcBef>
                <a:spcPct val="0"/>
              </a:spcBef>
            </a:pPr>
            <a:r>
              <a:rPr lang="en-US" sz="1399">
                <a:solidFill>
                  <a:srgbClr val="000000"/>
                </a:solidFill>
                <a:latin typeface="Arapey"/>
                <a:ea typeface="Arapey"/>
                <a:cs typeface="Arapey"/>
                <a:sym typeface="Arapey"/>
              </a:rPr>
              <a:t>46. Porque me gusta aprender de ella.</a:t>
            </a:r>
          </a:p>
          <a:p>
            <a:pPr algn="l">
              <a:lnSpc>
                <a:spcPts val="1959"/>
              </a:lnSpc>
              <a:spcBef>
                <a:spcPct val="0"/>
              </a:spcBef>
            </a:pPr>
            <a:r>
              <a:rPr lang="en-US" sz="1399">
                <a:solidFill>
                  <a:srgbClr val="000000"/>
                </a:solidFill>
                <a:latin typeface="Arapey"/>
                <a:ea typeface="Arapey"/>
                <a:cs typeface="Arapey"/>
                <a:sym typeface="Arapey"/>
              </a:rPr>
              <a:t>47. Porque admiro su fortaleza.</a:t>
            </a:r>
          </a:p>
          <a:p>
            <a:pPr algn="l">
              <a:lnSpc>
                <a:spcPts val="1959"/>
              </a:lnSpc>
              <a:spcBef>
                <a:spcPct val="0"/>
              </a:spcBef>
            </a:pPr>
            <a:r>
              <a:rPr lang="en-US" sz="1399">
                <a:solidFill>
                  <a:srgbClr val="000000"/>
                </a:solidFill>
                <a:latin typeface="Arapey"/>
                <a:ea typeface="Arapey"/>
                <a:cs typeface="Arapey"/>
                <a:sym typeface="Arapey"/>
              </a:rPr>
              <a:t>48. Porque admiro su forma de seguir adelante.</a:t>
            </a:r>
          </a:p>
          <a:p>
            <a:pPr algn="l">
              <a:lnSpc>
                <a:spcPts val="1959"/>
              </a:lnSpc>
              <a:spcBef>
                <a:spcPct val="0"/>
              </a:spcBef>
            </a:pPr>
            <a:r>
              <a:rPr lang="en-US" sz="1399">
                <a:solidFill>
                  <a:srgbClr val="000000"/>
                </a:solidFill>
                <a:latin typeface="Arapey"/>
                <a:ea typeface="Arapey"/>
                <a:cs typeface="Arapey"/>
                <a:sym typeface="Arapey"/>
              </a:rPr>
              <a:t>49. Porque me hace querer un futuro a su lado.</a:t>
            </a:r>
          </a:p>
          <a:p>
            <a:pPr algn="l">
              <a:lnSpc>
                <a:spcPts val="1959"/>
              </a:lnSpc>
              <a:spcBef>
                <a:spcPct val="0"/>
              </a:spcBef>
            </a:pPr>
            <a:r>
              <a:rPr lang="en-US" sz="1399">
                <a:solidFill>
                  <a:srgbClr val="000000"/>
                </a:solidFill>
                <a:latin typeface="Arapey"/>
                <a:ea typeface="Arapey"/>
                <a:cs typeface="Arapey"/>
                <a:sym typeface="Arapey"/>
              </a:rPr>
              <a:t>50. Porque cuando pienso en ella, sonrío sin darme cuenta.</a:t>
            </a:r>
          </a:p>
        </p:txBody>
      </p:sp>
      <p:sp>
        <p:nvSpPr>
          <p:cNvPr name="TextBox 7" id="7"/>
          <p:cNvSpPr txBox="true"/>
          <p:nvPr/>
        </p:nvSpPr>
        <p:spPr>
          <a:xfrm rot="0">
            <a:off x="8862637" y="1108164"/>
            <a:ext cx="3734418" cy="8660765"/>
          </a:xfrm>
          <a:prstGeom prst="rect">
            <a:avLst/>
          </a:prstGeom>
        </p:spPr>
        <p:txBody>
          <a:bodyPr anchor="t" rtlCol="false" tIns="0" lIns="0" bIns="0" rIns="0">
            <a:spAutoFit/>
          </a:bodyPr>
          <a:lstStyle/>
          <a:p>
            <a:pPr algn="l">
              <a:lnSpc>
                <a:spcPts val="1960"/>
              </a:lnSpc>
              <a:spcBef>
                <a:spcPct val="0"/>
              </a:spcBef>
            </a:pPr>
            <a:r>
              <a:rPr lang="en-US" sz="1400">
                <a:solidFill>
                  <a:srgbClr val="000000"/>
                </a:solidFill>
                <a:latin typeface="Arapey"/>
                <a:ea typeface="Arapey"/>
                <a:cs typeface="Arapey"/>
                <a:sym typeface="Arapey"/>
              </a:rPr>
              <a:t>51. Porque su presencia hace especiales los momentos sencillos.</a:t>
            </a:r>
          </a:p>
          <a:p>
            <a:pPr algn="l">
              <a:lnSpc>
                <a:spcPts val="1960"/>
              </a:lnSpc>
              <a:spcBef>
                <a:spcPct val="0"/>
              </a:spcBef>
            </a:pPr>
            <a:r>
              <a:rPr lang="en-US" sz="1400">
                <a:solidFill>
                  <a:srgbClr val="000000"/>
                </a:solidFill>
                <a:latin typeface="Arapey"/>
                <a:ea typeface="Arapey"/>
                <a:cs typeface="Arapey"/>
                <a:sym typeface="Arapey"/>
              </a:rPr>
              <a:t>52. Porque me gusta caminar a su lado.</a:t>
            </a:r>
          </a:p>
          <a:p>
            <a:pPr algn="l">
              <a:lnSpc>
                <a:spcPts val="1960"/>
              </a:lnSpc>
              <a:spcBef>
                <a:spcPct val="0"/>
              </a:spcBef>
            </a:pPr>
            <a:r>
              <a:rPr lang="en-US" sz="1400">
                <a:solidFill>
                  <a:srgbClr val="000000"/>
                </a:solidFill>
                <a:latin typeface="Arapey"/>
                <a:ea typeface="Arapey"/>
                <a:cs typeface="Arapey"/>
                <a:sym typeface="Arapey"/>
              </a:rPr>
              <a:t>53. Porque me gusta compartir mis planes con ella.</a:t>
            </a:r>
          </a:p>
          <a:p>
            <a:pPr algn="l">
              <a:lnSpc>
                <a:spcPts val="1960"/>
              </a:lnSpc>
              <a:spcBef>
                <a:spcPct val="0"/>
              </a:spcBef>
            </a:pPr>
            <a:r>
              <a:rPr lang="en-US" sz="1400">
                <a:solidFill>
                  <a:srgbClr val="000000"/>
                </a:solidFill>
                <a:latin typeface="Arapey"/>
                <a:ea typeface="Arapey"/>
                <a:cs typeface="Arapey"/>
                <a:sym typeface="Arapey"/>
              </a:rPr>
              <a:t>54. Porque me gusta imaginar aventuras juntos.</a:t>
            </a:r>
          </a:p>
          <a:p>
            <a:pPr algn="l">
              <a:lnSpc>
                <a:spcPts val="1960"/>
              </a:lnSpc>
              <a:spcBef>
                <a:spcPct val="0"/>
              </a:spcBef>
            </a:pPr>
            <a:r>
              <a:rPr lang="en-US" sz="1400">
                <a:solidFill>
                  <a:srgbClr val="000000"/>
                </a:solidFill>
                <a:latin typeface="Arapey"/>
                <a:ea typeface="Arapey"/>
                <a:cs typeface="Arapey"/>
                <a:sym typeface="Arapey"/>
              </a:rPr>
              <a:t>55. Porque me hace sentir mariposas.</a:t>
            </a:r>
          </a:p>
          <a:p>
            <a:pPr algn="l">
              <a:lnSpc>
                <a:spcPts val="1960"/>
              </a:lnSpc>
              <a:spcBef>
                <a:spcPct val="0"/>
              </a:spcBef>
            </a:pPr>
            <a:r>
              <a:rPr lang="en-US" sz="1400">
                <a:solidFill>
                  <a:srgbClr val="000000"/>
                </a:solidFill>
                <a:latin typeface="Arapey"/>
                <a:ea typeface="Arapey"/>
                <a:cs typeface="Arapey"/>
                <a:sym typeface="Arapey"/>
              </a:rPr>
              <a:t>56. Porque todavía puede ponerme nervioso.</a:t>
            </a:r>
          </a:p>
          <a:p>
            <a:pPr algn="l">
              <a:lnSpc>
                <a:spcPts val="1960"/>
              </a:lnSpc>
              <a:spcBef>
                <a:spcPct val="0"/>
              </a:spcBef>
            </a:pPr>
            <a:r>
              <a:rPr lang="en-US" sz="1400">
                <a:solidFill>
                  <a:srgbClr val="000000"/>
                </a:solidFill>
                <a:latin typeface="Arapey"/>
                <a:ea typeface="Arapey"/>
                <a:cs typeface="Arapey"/>
                <a:sym typeface="Arapey"/>
              </a:rPr>
              <a:t>57. Porque me gusta sorprenderla.</a:t>
            </a:r>
          </a:p>
          <a:p>
            <a:pPr algn="l">
              <a:lnSpc>
                <a:spcPts val="1960"/>
              </a:lnSpc>
              <a:spcBef>
                <a:spcPct val="0"/>
              </a:spcBef>
            </a:pPr>
            <a:r>
              <a:rPr lang="en-US" sz="1400">
                <a:solidFill>
                  <a:srgbClr val="000000"/>
                </a:solidFill>
                <a:latin typeface="Arapey"/>
                <a:ea typeface="Arapey"/>
                <a:cs typeface="Arapey"/>
                <a:sym typeface="Arapey"/>
              </a:rPr>
              <a:t>58. Porque me gusta verla feliz con mis detalles.</a:t>
            </a:r>
          </a:p>
          <a:p>
            <a:pPr algn="l">
              <a:lnSpc>
                <a:spcPts val="1960"/>
              </a:lnSpc>
              <a:spcBef>
                <a:spcPct val="0"/>
              </a:spcBef>
            </a:pPr>
            <a:r>
              <a:rPr lang="en-US" sz="1400">
                <a:solidFill>
                  <a:srgbClr val="000000"/>
                </a:solidFill>
                <a:latin typeface="Arapey"/>
                <a:ea typeface="Arapey"/>
                <a:cs typeface="Arapey"/>
                <a:sym typeface="Arapey"/>
              </a:rPr>
              <a:t>59. Porque sus palabras pueden tranquilizarme.</a:t>
            </a:r>
          </a:p>
          <a:p>
            <a:pPr algn="l">
              <a:lnSpc>
                <a:spcPts val="1960"/>
              </a:lnSpc>
              <a:spcBef>
                <a:spcPct val="0"/>
              </a:spcBef>
            </a:pPr>
            <a:r>
              <a:rPr lang="en-US" sz="1400">
                <a:solidFill>
                  <a:srgbClr val="000000"/>
                </a:solidFill>
                <a:latin typeface="Arapey"/>
                <a:ea typeface="Arapey"/>
                <a:cs typeface="Arapey"/>
                <a:sym typeface="Arapey"/>
              </a:rPr>
              <a:t>60. Porque su cariño significa mucho para mí.</a:t>
            </a:r>
          </a:p>
          <a:p>
            <a:pPr algn="l">
              <a:lnSpc>
                <a:spcPts val="1960"/>
              </a:lnSpc>
              <a:spcBef>
                <a:spcPct val="0"/>
              </a:spcBef>
            </a:pPr>
            <a:r>
              <a:rPr lang="en-US" sz="1400">
                <a:solidFill>
                  <a:srgbClr val="000000"/>
                </a:solidFill>
                <a:latin typeface="Arapey"/>
                <a:ea typeface="Arapey"/>
                <a:cs typeface="Arapey"/>
                <a:sym typeface="Arapey"/>
              </a:rPr>
              <a:t>61. Porque me recuerda que el amor también está en las cosas pequeñas.</a:t>
            </a:r>
          </a:p>
          <a:p>
            <a:pPr algn="l">
              <a:lnSpc>
                <a:spcPts val="1960"/>
              </a:lnSpc>
              <a:spcBef>
                <a:spcPct val="0"/>
              </a:spcBef>
            </a:pPr>
            <a:r>
              <a:rPr lang="en-US" sz="1400">
                <a:solidFill>
                  <a:srgbClr val="000000"/>
                </a:solidFill>
                <a:latin typeface="Arapey"/>
                <a:ea typeface="Arapey"/>
                <a:cs typeface="Arapey"/>
                <a:sym typeface="Arapey"/>
              </a:rPr>
              <a:t>62. Porque me gusta su forma de pensar.</a:t>
            </a:r>
          </a:p>
          <a:p>
            <a:pPr algn="l">
              <a:lnSpc>
                <a:spcPts val="1960"/>
              </a:lnSpc>
              <a:spcBef>
                <a:spcPct val="0"/>
              </a:spcBef>
            </a:pPr>
            <a:r>
              <a:rPr lang="en-US" sz="1400">
                <a:solidFill>
                  <a:srgbClr val="000000"/>
                </a:solidFill>
                <a:latin typeface="Arapey"/>
                <a:ea typeface="Arapey"/>
                <a:cs typeface="Arapey"/>
                <a:sym typeface="Arapey"/>
              </a:rPr>
              <a:t>63. Porque me encanta descubrir nuevas cosas de ella.</a:t>
            </a:r>
          </a:p>
          <a:p>
            <a:pPr algn="l">
              <a:lnSpc>
                <a:spcPts val="1960"/>
              </a:lnSpc>
              <a:spcBef>
                <a:spcPct val="0"/>
              </a:spcBef>
            </a:pPr>
            <a:r>
              <a:rPr lang="en-US" sz="1400">
                <a:solidFill>
                  <a:srgbClr val="000000"/>
                </a:solidFill>
                <a:latin typeface="Arapey"/>
                <a:ea typeface="Arapey"/>
                <a:cs typeface="Arapey"/>
                <a:sym typeface="Arapey"/>
              </a:rPr>
              <a:t>64. Porque cada recuerdo juntos tiene un lugar especial en mi corazón.</a:t>
            </a:r>
          </a:p>
          <a:p>
            <a:pPr algn="l">
              <a:lnSpc>
                <a:spcPts val="1960"/>
              </a:lnSpc>
              <a:spcBef>
                <a:spcPct val="0"/>
              </a:spcBef>
            </a:pPr>
            <a:r>
              <a:rPr lang="en-US" sz="1400">
                <a:solidFill>
                  <a:srgbClr val="000000"/>
                </a:solidFill>
                <a:latin typeface="Arapey"/>
                <a:ea typeface="Arapey"/>
                <a:cs typeface="Arapey"/>
                <a:sym typeface="Arapey"/>
              </a:rPr>
              <a:t>65. Porque me gusta recordar cómo nos conocimos.</a:t>
            </a:r>
          </a:p>
          <a:p>
            <a:pPr algn="l">
              <a:lnSpc>
                <a:spcPts val="1960"/>
              </a:lnSpc>
              <a:spcBef>
                <a:spcPct val="0"/>
              </a:spcBef>
            </a:pPr>
            <a:r>
              <a:rPr lang="en-US" sz="1400">
                <a:solidFill>
                  <a:srgbClr val="000000"/>
                </a:solidFill>
                <a:latin typeface="Arapey"/>
                <a:ea typeface="Arapey"/>
                <a:cs typeface="Arapey"/>
                <a:sym typeface="Arapey"/>
              </a:rPr>
              <a:t>66. Porque me gusta todo lo que hemos vivido juntos.</a:t>
            </a:r>
          </a:p>
          <a:p>
            <a:pPr algn="l">
              <a:lnSpc>
                <a:spcPts val="1960"/>
              </a:lnSpc>
              <a:spcBef>
                <a:spcPct val="0"/>
              </a:spcBef>
            </a:pPr>
            <a:r>
              <a:rPr lang="en-US" sz="1400">
                <a:solidFill>
                  <a:srgbClr val="000000"/>
                </a:solidFill>
                <a:latin typeface="Arapey"/>
                <a:ea typeface="Arapey"/>
                <a:cs typeface="Arapey"/>
                <a:sym typeface="Arapey"/>
              </a:rPr>
              <a:t>67. Porque incluso los momentos difíciles nos han enseñado algo.</a:t>
            </a:r>
          </a:p>
          <a:p>
            <a:pPr algn="l">
              <a:lnSpc>
                <a:spcPts val="1960"/>
              </a:lnSpc>
              <a:spcBef>
                <a:spcPct val="0"/>
              </a:spcBef>
            </a:pPr>
            <a:r>
              <a:rPr lang="en-US" sz="1400">
                <a:solidFill>
                  <a:srgbClr val="000000"/>
                </a:solidFill>
                <a:latin typeface="Arapey"/>
                <a:ea typeface="Arapey"/>
                <a:cs typeface="Arapey"/>
                <a:sym typeface="Arapey"/>
              </a:rPr>
              <a:t>68. Porque quiero seguir creando recuerdos con ella.</a:t>
            </a:r>
          </a:p>
          <a:p>
            <a:pPr algn="l">
              <a:lnSpc>
                <a:spcPts val="1960"/>
              </a:lnSpc>
              <a:spcBef>
                <a:spcPct val="0"/>
              </a:spcBef>
            </a:pPr>
            <a:r>
              <a:rPr lang="en-US" sz="1400">
                <a:solidFill>
                  <a:srgbClr val="000000"/>
                </a:solidFill>
                <a:latin typeface="Arapey"/>
                <a:ea typeface="Arapey"/>
                <a:cs typeface="Arapey"/>
                <a:sym typeface="Arapey"/>
              </a:rPr>
              <a:t>69. Porque quiero estar presente en sus momentos importantes.</a:t>
            </a:r>
          </a:p>
          <a:p>
            <a:pPr algn="l">
              <a:lnSpc>
                <a:spcPts val="1960"/>
              </a:lnSpc>
              <a:spcBef>
                <a:spcPct val="0"/>
              </a:spcBef>
            </a:pPr>
            <a:r>
              <a:rPr lang="en-US" sz="1400">
                <a:solidFill>
                  <a:srgbClr val="000000"/>
                </a:solidFill>
                <a:latin typeface="Arapey"/>
                <a:ea typeface="Arapey"/>
                <a:cs typeface="Arapey"/>
                <a:sym typeface="Arapey"/>
              </a:rPr>
              <a:t>70. Porque quiero verla alcanzar todo aquello que desea.</a:t>
            </a:r>
          </a:p>
          <a:p>
            <a:pPr algn="l">
              <a:lnSpc>
                <a:spcPts val="1960"/>
              </a:lnSpc>
              <a:spcBef>
                <a:spcPct val="0"/>
              </a:spcBef>
            </a:pPr>
            <a:r>
              <a:rPr lang="en-US" sz="1400">
                <a:solidFill>
                  <a:srgbClr val="000000"/>
                </a:solidFill>
                <a:latin typeface="Arapey"/>
                <a:ea typeface="Arapey"/>
                <a:cs typeface="Arapey"/>
                <a:sym typeface="Arapey"/>
              </a:rPr>
              <a:t>71. Porque me importa lo que siente.</a:t>
            </a:r>
          </a:p>
          <a:p>
            <a:pPr algn="l">
              <a:lnSpc>
                <a:spcPts val="1960"/>
              </a:lnSpc>
              <a:spcBef>
                <a:spcPct val="0"/>
              </a:spcBef>
            </a:pPr>
            <a:r>
              <a:rPr lang="en-US" sz="1400">
                <a:solidFill>
                  <a:srgbClr val="000000"/>
                </a:solidFill>
                <a:latin typeface="Arapey"/>
                <a:ea typeface="Arapey"/>
                <a:cs typeface="Arapey"/>
                <a:sym typeface="Arapey"/>
              </a:rPr>
              <a:t>72. Porque sus problemas también me preocupan.</a:t>
            </a:r>
          </a:p>
          <a:p>
            <a:pPr algn="l">
              <a:lnSpc>
                <a:spcPts val="1960"/>
              </a:lnSpc>
              <a:spcBef>
                <a:spcPct val="0"/>
              </a:spcBef>
            </a:pPr>
            <a:r>
              <a:rPr lang="en-US" sz="1400">
                <a:solidFill>
                  <a:srgbClr val="000000"/>
                </a:solidFill>
                <a:latin typeface="Arapey"/>
                <a:ea typeface="Arapey"/>
                <a:cs typeface="Arapey"/>
                <a:sym typeface="Arapey"/>
              </a:rPr>
              <a:t>73. Porque sus alegrías también se sienten como mías.</a:t>
            </a:r>
          </a:p>
          <a:p>
            <a:pPr algn="l">
              <a:lnSpc>
                <a:spcPts val="1960"/>
              </a:lnSpc>
              <a:spcBef>
                <a:spcPct val="0"/>
              </a:spcBef>
            </a:pPr>
            <a:r>
              <a:rPr lang="en-US" sz="1400">
                <a:solidFill>
                  <a:srgbClr val="000000"/>
                </a:solidFill>
                <a:latin typeface="Arapey"/>
                <a:ea typeface="Arapey"/>
                <a:cs typeface="Arapey"/>
                <a:sym typeface="Arapey"/>
              </a:rPr>
              <a:t>74. Porque me gusta decirle cuánto la quiero.</a:t>
            </a:r>
          </a:p>
          <a:p>
            <a:pPr algn="l">
              <a:lnSpc>
                <a:spcPts val="1960"/>
              </a:lnSpc>
              <a:spcBef>
                <a:spcPct val="0"/>
              </a:spcBef>
            </a:pPr>
            <a:r>
              <a:rPr lang="en-US" sz="1400">
                <a:solidFill>
                  <a:srgbClr val="000000"/>
                </a:solidFill>
                <a:latin typeface="Arapey"/>
                <a:ea typeface="Arapey"/>
                <a:cs typeface="Arapey"/>
                <a:sym typeface="Arapey"/>
              </a:rPr>
              <a:t>75. Porque nunca me canso de verla.</a:t>
            </a:r>
          </a:p>
        </p:txBody>
      </p:sp>
      <p:sp>
        <p:nvSpPr>
          <p:cNvPr name="TextBox 8" id="8"/>
          <p:cNvSpPr txBox="true"/>
          <p:nvPr/>
        </p:nvSpPr>
        <p:spPr>
          <a:xfrm rot="0">
            <a:off x="12994754" y="798830"/>
            <a:ext cx="4480623" cy="8660765"/>
          </a:xfrm>
          <a:prstGeom prst="rect">
            <a:avLst/>
          </a:prstGeom>
        </p:spPr>
        <p:txBody>
          <a:bodyPr anchor="t" rtlCol="false" tIns="0" lIns="0" bIns="0" rIns="0">
            <a:spAutoFit/>
          </a:bodyPr>
          <a:lstStyle/>
          <a:p>
            <a:pPr algn="l">
              <a:lnSpc>
                <a:spcPts val="1959"/>
              </a:lnSpc>
              <a:spcBef>
                <a:spcPct val="0"/>
              </a:spcBef>
            </a:pPr>
            <a:r>
              <a:rPr lang="en-US" sz="1399">
                <a:solidFill>
                  <a:srgbClr val="000000"/>
                </a:solidFill>
                <a:latin typeface="Arapey"/>
                <a:ea typeface="Arapey"/>
                <a:cs typeface="Arapey"/>
                <a:sym typeface="Arapey"/>
              </a:rPr>
              <a:t>76. Porque hay algo en ella que siempre me atrae.</a:t>
            </a:r>
          </a:p>
          <a:p>
            <a:pPr algn="l">
              <a:lnSpc>
                <a:spcPts val="1959"/>
              </a:lnSpc>
              <a:spcBef>
                <a:spcPct val="0"/>
              </a:spcBef>
            </a:pPr>
            <a:r>
              <a:rPr lang="en-US" sz="1399">
                <a:solidFill>
                  <a:srgbClr val="000000"/>
                </a:solidFill>
                <a:latin typeface="Arapey"/>
                <a:ea typeface="Arapey"/>
                <a:cs typeface="Arapey"/>
                <a:sym typeface="Arapey"/>
              </a:rPr>
              <a:t>77. Porque me encanta su manera de demostrar cariño.</a:t>
            </a:r>
          </a:p>
          <a:p>
            <a:pPr algn="l">
              <a:lnSpc>
                <a:spcPts val="1959"/>
              </a:lnSpc>
              <a:spcBef>
                <a:spcPct val="0"/>
              </a:spcBef>
            </a:pPr>
            <a:r>
              <a:rPr lang="en-US" sz="1399">
                <a:solidFill>
                  <a:srgbClr val="000000"/>
                </a:solidFill>
                <a:latin typeface="Arapey"/>
                <a:ea typeface="Arapey"/>
                <a:cs typeface="Arapey"/>
                <a:sym typeface="Arapey"/>
              </a:rPr>
              <a:t>78. Porque me gusta cuando se preocupa por pequeños detalles.</a:t>
            </a:r>
          </a:p>
          <a:p>
            <a:pPr algn="l">
              <a:lnSpc>
                <a:spcPts val="1959"/>
              </a:lnSpc>
              <a:spcBef>
                <a:spcPct val="0"/>
              </a:spcBef>
            </a:pPr>
            <a:r>
              <a:rPr lang="en-US" sz="1399">
                <a:solidFill>
                  <a:srgbClr val="000000"/>
                </a:solidFill>
                <a:latin typeface="Arapey"/>
                <a:ea typeface="Arapey"/>
                <a:cs typeface="Arapey"/>
                <a:sym typeface="Arapey"/>
              </a:rPr>
              <a:t>79. Porque me gusta hacerla sentir amada.</a:t>
            </a:r>
          </a:p>
          <a:p>
            <a:pPr algn="l">
              <a:lnSpc>
                <a:spcPts val="1959"/>
              </a:lnSpc>
              <a:spcBef>
                <a:spcPct val="0"/>
              </a:spcBef>
            </a:pPr>
            <a:r>
              <a:rPr lang="en-US" sz="1399">
                <a:solidFill>
                  <a:srgbClr val="000000"/>
                </a:solidFill>
                <a:latin typeface="Arapey"/>
                <a:ea typeface="Arapey"/>
                <a:cs typeface="Arapey"/>
                <a:sym typeface="Arapey"/>
              </a:rPr>
              <a:t>80. Porque quiero ser alguien en quien pueda apoyarse.</a:t>
            </a:r>
          </a:p>
          <a:p>
            <a:pPr algn="l">
              <a:lnSpc>
                <a:spcPts val="1959"/>
              </a:lnSpc>
              <a:spcBef>
                <a:spcPct val="0"/>
              </a:spcBef>
            </a:pPr>
            <a:r>
              <a:rPr lang="en-US" sz="1399">
                <a:solidFill>
                  <a:srgbClr val="000000"/>
                </a:solidFill>
                <a:latin typeface="Arapey"/>
                <a:ea typeface="Arapey"/>
                <a:cs typeface="Arapey"/>
                <a:sym typeface="Arapey"/>
              </a:rPr>
              <a:t>81. Porque me gusta cuando somos nosotros contra los problemas.</a:t>
            </a:r>
          </a:p>
          <a:p>
            <a:pPr algn="l">
              <a:lnSpc>
                <a:spcPts val="1959"/>
              </a:lnSpc>
              <a:spcBef>
                <a:spcPct val="0"/>
              </a:spcBef>
            </a:pPr>
            <a:r>
              <a:rPr lang="en-US" sz="1399">
                <a:solidFill>
                  <a:srgbClr val="000000"/>
                </a:solidFill>
                <a:latin typeface="Arapey"/>
                <a:ea typeface="Arapey"/>
                <a:cs typeface="Arapey"/>
                <a:sym typeface="Arapey"/>
              </a:rPr>
              <a:t>82. Porque juntos podemos aprender y crecer.</a:t>
            </a:r>
          </a:p>
          <a:p>
            <a:pPr algn="l">
              <a:lnSpc>
                <a:spcPts val="1959"/>
              </a:lnSpc>
              <a:spcBef>
                <a:spcPct val="0"/>
              </a:spcBef>
            </a:pPr>
            <a:r>
              <a:rPr lang="en-US" sz="1399">
                <a:solidFill>
                  <a:srgbClr val="000000"/>
                </a:solidFill>
                <a:latin typeface="Arapey"/>
                <a:ea typeface="Arapey"/>
                <a:cs typeface="Arapey"/>
                <a:sym typeface="Arapey"/>
              </a:rPr>
              <a:t>83. Porque me hace valorar más el presente.</a:t>
            </a:r>
          </a:p>
          <a:p>
            <a:pPr algn="l">
              <a:lnSpc>
                <a:spcPts val="1959"/>
              </a:lnSpc>
              <a:spcBef>
                <a:spcPct val="0"/>
              </a:spcBef>
            </a:pPr>
            <a:r>
              <a:rPr lang="en-US" sz="1399">
                <a:solidFill>
                  <a:srgbClr val="000000"/>
                </a:solidFill>
                <a:latin typeface="Arapey"/>
                <a:ea typeface="Arapey"/>
                <a:cs typeface="Arapey"/>
                <a:sym typeface="Arapey"/>
              </a:rPr>
              <a:t>84. Porque me enseña que amar también es tener paciencia.</a:t>
            </a:r>
          </a:p>
          <a:p>
            <a:pPr algn="l">
              <a:lnSpc>
                <a:spcPts val="1959"/>
              </a:lnSpc>
              <a:spcBef>
                <a:spcPct val="0"/>
              </a:spcBef>
            </a:pPr>
            <a:r>
              <a:rPr lang="en-US" sz="1399">
                <a:solidFill>
                  <a:srgbClr val="000000"/>
                </a:solidFill>
                <a:latin typeface="Arapey"/>
                <a:ea typeface="Arapey"/>
                <a:cs typeface="Arapey"/>
                <a:sym typeface="Arapey"/>
              </a:rPr>
              <a:t>85. Porque me hace querer cuidar nuestra relación.</a:t>
            </a:r>
          </a:p>
          <a:p>
            <a:pPr algn="l">
              <a:lnSpc>
                <a:spcPts val="1959"/>
              </a:lnSpc>
              <a:spcBef>
                <a:spcPct val="0"/>
              </a:spcBef>
            </a:pPr>
            <a:r>
              <a:rPr lang="en-US" sz="1399">
                <a:solidFill>
                  <a:srgbClr val="000000"/>
                </a:solidFill>
                <a:latin typeface="Arapey"/>
                <a:ea typeface="Arapey"/>
                <a:cs typeface="Arapey"/>
                <a:sym typeface="Arapey"/>
              </a:rPr>
              <a:t>86. Porque me gusta la conexión que tenemos.</a:t>
            </a:r>
          </a:p>
          <a:p>
            <a:pPr algn="l">
              <a:lnSpc>
                <a:spcPts val="1959"/>
              </a:lnSpc>
              <a:spcBef>
                <a:spcPct val="0"/>
              </a:spcBef>
            </a:pPr>
            <a:r>
              <a:rPr lang="en-US" sz="1399">
                <a:solidFill>
                  <a:srgbClr val="000000"/>
                </a:solidFill>
                <a:latin typeface="Arapey"/>
                <a:ea typeface="Arapey"/>
                <a:cs typeface="Arapey"/>
                <a:sym typeface="Arapey"/>
              </a:rPr>
              <a:t>87. Porque puedo encontrar tranquilidad en su compañía.</a:t>
            </a:r>
          </a:p>
          <a:p>
            <a:pPr algn="l">
              <a:lnSpc>
                <a:spcPts val="1959"/>
              </a:lnSpc>
              <a:spcBef>
                <a:spcPct val="0"/>
              </a:spcBef>
            </a:pPr>
            <a:r>
              <a:rPr lang="en-US" sz="1399">
                <a:solidFill>
                  <a:srgbClr val="000000"/>
                </a:solidFill>
                <a:latin typeface="Arapey"/>
                <a:ea typeface="Arapey"/>
                <a:cs typeface="Arapey"/>
                <a:sym typeface="Arapey"/>
              </a:rPr>
              <a:t>88. Porque me encanta escucharla hablar de lo que le apasiona.</a:t>
            </a:r>
          </a:p>
          <a:p>
            <a:pPr algn="l">
              <a:lnSpc>
                <a:spcPts val="1959"/>
              </a:lnSpc>
              <a:spcBef>
                <a:spcPct val="0"/>
              </a:spcBef>
            </a:pPr>
            <a:r>
              <a:rPr lang="en-US" sz="1399">
                <a:solidFill>
                  <a:srgbClr val="000000"/>
                </a:solidFill>
                <a:latin typeface="Arapey"/>
                <a:ea typeface="Arapey"/>
                <a:cs typeface="Arapey"/>
                <a:sym typeface="Arapey"/>
              </a:rPr>
              <a:t>89. Porque tiene una belleza que va mucho más allá de lo físico.</a:t>
            </a:r>
          </a:p>
          <a:p>
            <a:pPr algn="l">
              <a:lnSpc>
                <a:spcPts val="1959"/>
              </a:lnSpc>
              <a:spcBef>
                <a:spcPct val="0"/>
              </a:spcBef>
            </a:pPr>
            <a:r>
              <a:rPr lang="en-US" sz="1399">
                <a:solidFill>
                  <a:srgbClr val="000000"/>
                </a:solidFill>
                <a:latin typeface="Arapey"/>
                <a:ea typeface="Arapey"/>
                <a:cs typeface="Arapey"/>
                <a:sym typeface="Arapey"/>
              </a:rPr>
              <a:t>90. Porque cada día encuentro una razón nueva para quererla.</a:t>
            </a:r>
          </a:p>
          <a:p>
            <a:pPr algn="l">
              <a:lnSpc>
                <a:spcPts val="1959"/>
              </a:lnSpc>
              <a:spcBef>
                <a:spcPct val="0"/>
              </a:spcBef>
            </a:pPr>
            <a:r>
              <a:rPr lang="en-US" sz="1399">
                <a:solidFill>
                  <a:srgbClr val="000000"/>
                </a:solidFill>
                <a:latin typeface="Arapey"/>
                <a:ea typeface="Arapey"/>
                <a:cs typeface="Arapey"/>
                <a:sym typeface="Arapey"/>
              </a:rPr>
              <a:t>91. Porque no necesito que sea perfecta para amarla.</a:t>
            </a:r>
          </a:p>
          <a:p>
            <a:pPr algn="l">
              <a:lnSpc>
                <a:spcPts val="1959"/>
              </a:lnSpc>
              <a:spcBef>
                <a:spcPct val="0"/>
              </a:spcBef>
            </a:pPr>
            <a:r>
              <a:rPr lang="en-US" sz="1399">
                <a:solidFill>
                  <a:srgbClr val="000000"/>
                </a:solidFill>
                <a:latin typeface="Arapey"/>
                <a:ea typeface="Arapey"/>
                <a:cs typeface="Arapey"/>
                <a:sym typeface="Arapey"/>
              </a:rPr>
              <a:t>92. Porque amo su forma de ser, incluso con sus pequeñas imperfecciones.</a:t>
            </a:r>
          </a:p>
          <a:p>
            <a:pPr algn="l">
              <a:lnSpc>
                <a:spcPts val="1959"/>
              </a:lnSpc>
              <a:spcBef>
                <a:spcPct val="0"/>
              </a:spcBef>
            </a:pPr>
            <a:r>
              <a:rPr lang="en-US" sz="1399">
                <a:solidFill>
                  <a:srgbClr val="000000"/>
                </a:solidFill>
                <a:latin typeface="Arapey"/>
                <a:ea typeface="Arapey"/>
                <a:cs typeface="Arapey"/>
                <a:sym typeface="Arapey"/>
              </a:rPr>
              <a:t>93. Porque quiero estar a su lado cuando las cosas sean fáciles.</a:t>
            </a:r>
          </a:p>
          <a:p>
            <a:pPr algn="l">
              <a:lnSpc>
                <a:spcPts val="1959"/>
              </a:lnSpc>
              <a:spcBef>
                <a:spcPct val="0"/>
              </a:spcBef>
            </a:pPr>
            <a:r>
              <a:rPr lang="en-US" sz="1399">
                <a:solidFill>
                  <a:srgbClr val="000000"/>
                </a:solidFill>
                <a:latin typeface="Arapey"/>
                <a:ea typeface="Arapey"/>
                <a:cs typeface="Arapey"/>
                <a:sym typeface="Arapey"/>
              </a:rPr>
              <a:t>94. Porque también quiero estar cuando las cosas sean difíciles.</a:t>
            </a:r>
          </a:p>
          <a:p>
            <a:pPr algn="l">
              <a:lnSpc>
                <a:spcPts val="1959"/>
              </a:lnSpc>
              <a:spcBef>
                <a:spcPct val="0"/>
              </a:spcBef>
            </a:pPr>
            <a:r>
              <a:rPr lang="en-US" sz="1399">
                <a:solidFill>
                  <a:srgbClr val="000000"/>
                </a:solidFill>
                <a:latin typeface="Arapey"/>
                <a:ea typeface="Arapey"/>
                <a:cs typeface="Arapey"/>
                <a:sym typeface="Arapey"/>
              </a:rPr>
              <a:t>95. Porque quiero seguir aprendiendo a amar mejor.</a:t>
            </a:r>
          </a:p>
          <a:p>
            <a:pPr algn="l">
              <a:lnSpc>
                <a:spcPts val="1959"/>
              </a:lnSpc>
              <a:spcBef>
                <a:spcPct val="0"/>
              </a:spcBef>
            </a:pPr>
            <a:r>
              <a:rPr lang="en-US" sz="1399">
                <a:solidFill>
                  <a:srgbClr val="000000"/>
                </a:solidFill>
                <a:latin typeface="Arapey"/>
                <a:ea typeface="Arapey"/>
                <a:cs typeface="Arapey"/>
                <a:sym typeface="Arapey"/>
              </a:rPr>
              <a:t>96. Porque elegiría conocerla una y otra vez.</a:t>
            </a:r>
          </a:p>
          <a:p>
            <a:pPr algn="l">
              <a:lnSpc>
                <a:spcPts val="1959"/>
              </a:lnSpc>
              <a:spcBef>
                <a:spcPct val="0"/>
              </a:spcBef>
            </a:pPr>
            <a:r>
              <a:rPr lang="en-US" sz="1399">
                <a:solidFill>
                  <a:srgbClr val="000000"/>
                </a:solidFill>
                <a:latin typeface="Arapey"/>
                <a:ea typeface="Arapey"/>
                <a:cs typeface="Arapey"/>
                <a:sym typeface="Arapey"/>
              </a:rPr>
              <a:t>97. Porque entre millones de personas, ella se volvió especial para mí.</a:t>
            </a:r>
          </a:p>
          <a:p>
            <a:pPr algn="l">
              <a:lnSpc>
                <a:spcPts val="1959"/>
              </a:lnSpc>
              <a:spcBef>
                <a:spcPct val="0"/>
              </a:spcBef>
            </a:pPr>
            <a:r>
              <a:rPr lang="en-US" sz="1399">
                <a:solidFill>
                  <a:srgbClr val="000000"/>
                </a:solidFill>
                <a:latin typeface="Arapey"/>
                <a:ea typeface="Arapey"/>
                <a:cs typeface="Arapey"/>
                <a:sym typeface="Arapey"/>
              </a:rPr>
              <a:t>98. Porque mi corazón encontró algo en ella que no encontró en nadie más.</a:t>
            </a:r>
          </a:p>
          <a:p>
            <a:pPr algn="l">
              <a:lnSpc>
                <a:spcPts val="1959"/>
              </a:lnSpc>
              <a:spcBef>
                <a:spcPct val="0"/>
              </a:spcBef>
            </a:pPr>
            <a:r>
              <a:rPr lang="en-US" sz="1399">
                <a:solidFill>
                  <a:srgbClr val="000000"/>
                </a:solidFill>
                <a:latin typeface="Arapey"/>
                <a:ea typeface="Arapey"/>
                <a:cs typeface="Arapey"/>
                <a:sym typeface="Arapey"/>
              </a:rPr>
              <a:t>99. Porque cuando estoy con ella, siento que estoy donde quiero estar.</a:t>
            </a:r>
          </a:p>
          <a:p>
            <a:pPr algn="l">
              <a:lnSpc>
                <a:spcPts val="1959"/>
              </a:lnSpc>
              <a:spcBef>
                <a:spcPct val="0"/>
              </a:spcBef>
            </a:pPr>
            <a:r>
              <a:rPr lang="en-US" sz="1399">
                <a:solidFill>
                  <a:srgbClr val="000000"/>
                </a:solidFill>
                <a:latin typeface="Arapey"/>
                <a:ea typeface="Arapey"/>
                <a:cs typeface="Arapey"/>
                <a:sym typeface="Arapey"/>
              </a:rPr>
              <a:t>100. Porque no necesito 100 motivos para amarla; pero si me pidieran mil, encontraría mil más. ❤️</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sp>
        <p:nvSpPr>
          <p:cNvPr name="TextBox 3" id="3"/>
          <p:cNvSpPr txBox="true"/>
          <p:nvPr/>
        </p:nvSpPr>
        <p:spPr>
          <a:xfrm rot="0">
            <a:off x="-1645415" y="125134"/>
            <a:ext cx="9747722" cy="1038225"/>
          </a:xfrm>
          <a:prstGeom prst="rect">
            <a:avLst/>
          </a:prstGeom>
        </p:spPr>
        <p:txBody>
          <a:bodyPr anchor="t" rtlCol="false" tIns="0" lIns="0" bIns="0" rIns="0">
            <a:spAutoFit/>
          </a:bodyPr>
          <a:lstStyle/>
          <a:p>
            <a:pPr algn="ctr" marL="0" indent="0" lvl="0">
              <a:lnSpc>
                <a:spcPts val="8400"/>
              </a:lnSpc>
              <a:spcBef>
                <a:spcPct val="0"/>
              </a:spcBef>
            </a:pPr>
            <a:r>
              <a:rPr lang="en-US" sz="6000">
                <a:solidFill>
                  <a:srgbClr val="000000"/>
                </a:solidFill>
                <a:latin typeface="Arapey"/>
                <a:ea typeface="Arapey"/>
                <a:cs typeface="Arapey"/>
                <a:sym typeface="Arapey"/>
              </a:rPr>
              <a:t>Tus ojos y tu amor</a:t>
            </a:r>
          </a:p>
        </p:txBody>
      </p:sp>
      <p:sp>
        <p:nvSpPr>
          <p:cNvPr name="Freeform 4" id="4"/>
          <p:cNvSpPr/>
          <p:nvPr/>
        </p:nvSpPr>
        <p:spPr>
          <a:xfrm flipH="false" flipV="false" rot="0">
            <a:off x="-2320204" y="-3267394"/>
            <a:ext cx="9735240" cy="13381773"/>
          </a:xfrm>
          <a:custGeom>
            <a:avLst/>
            <a:gdLst/>
            <a:ahLst/>
            <a:cxnLst/>
            <a:rect r="r" b="b" t="t" l="l"/>
            <a:pathLst>
              <a:path h="13381773" w="9735240">
                <a:moveTo>
                  <a:pt x="0" y="0"/>
                </a:moveTo>
                <a:lnTo>
                  <a:pt x="9735240" y="0"/>
                </a:lnTo>
                <a:lnTo>
                  <a:pt x="9735240" y="13381773"/>
                </a:lnTo>
                <a:lnTo>
                  <a:pt x="0" y="13381773"/>
                </a:lnTo>
                <a:lnTo>
                  <a:pt x="0" y="0"/>
                </a:lnTo>
                <a:close/>
              </a:path>
            </a:pathLst>
          </a:custGeom>
          <a:blipFill>
            <a:blip r:embed="rId3">
              <a:alphaModFix amt="24000"/>
            </a:blip>
            <a:stretch>
              <a:fillRect l="0" t="0" r="0" b="0"/>
            </a:stretch>
          </a:blipFill>
          <a:ln cap="sq">
            <a:noFill/>
            <a:prstDash val="solid"/>
            <a:miter/>
          </a:ln>
        </p:spPr>
      </p:sp>
      <p:sp>
        <p:nvSpPr>
          <p:cNvPr name="Freeform 5" id="5"/>
          <p:cNvSpPr/>
          <p:nvPr/>
        </p:nvSpPr>
        <p:spPr>
          <a:xfrm flipH="false" flipV="false" rot="-5400000">
            <a:off x="2879800" y="5462895"/>
            <a:ext cx="2270519" cy="5828667"/>
          </a:xfrm>
          <a:custGeom>
            <a:avLst/>
            <a:gdLst/>
            <a:ahLst/>
            <a:cxnLst/>
            <a:rect r="r" b="b" t="t" l="l"/>
            <a:pathLst>
              <a:path h="5828667" w="2270519">
                <a:moveTo>
                  <a:pt x="0" y="0"/>
                </a:moveTo>
                <a:lnTo>
                  <a:pt x="2270519" y="0"/>
                </a:lnTo>
                <a:lnTo>
                  <a:pt x="2270519" y="5828668"/>
                </a:lnTo>
                <a:lnTo>
                  <a:pt x="0" y="5828668"/>
                </a:lnTo>
                <a:lnTo>
                  <a:pt x="0" y="0"/>
                </a:lnTo>
                <a:close/>
              </a:path>
            </a:pathLst>
          </a:custGeom>
          <a:blipFill>
            <a:blip r:embed="rId4"/>
            <a:stretch>
              <a:fillRect l="0" t="0" r="0" b="0"/>
            </a:stretch>
          </a:blipFill>
        </p:spPr>
      </p:sp>
      <p:sp>
        <p:nvSpPr>
          <p:cNvPr name="Freeform 6" id="6"/>
          <p:cNvSpPr/>
          <p:nvPr/>
        </p:nvSpPr>
        <p:spPr>
          <a:xfrm flipH="false" flipV="false" rot="0">
            <a:off x="13803788" y="211583"/>
            <a:ext cx="4484212" cy="1903551"/>
          </a:xfrm>
          <a:custGeom>
            <a:avLst/>
            <a:gdLst/>
            <a:ahLst/>
            <a:cxnLst/>
            <a:rect r="r" b="b" t="t" l="l"/>
            <a:pathLst>
              <a:path h="1903551" w="4484212">
                <a:moveTo>
                  <a:pt x="0" y="0"/>
                </a:moveTo>
                <a:lnTo>
                  <a:pt x="4484212" y="0"/>
                </a:lnTo>
                <a:lnTo>
                  <a:pt x="4484212" y="1903552"/>
                </a:lnTo>
                <a:lnTo>
                  <a:pt x="0" y="1903552"/>
                </a:lnTo>
                <a:lnTo>
                  <a:pt x="0" y="0"/>
                </a:lnTo>
                <a:close/>
              </a:path>
            </a:pathLst>
          </a:custGeom>
          <a:blipFill>
            <a:blip r:embed="rId5"/>
            <a:stretch>
              <a:fillRect l="-1271" t="0" r="-1271" b="0"/>
            </a:stretch>
          </a:blipFill>
        </p:spPr>
      </p:sp>
      <p:sp>
        <p:nvSpPr>
          <p:cNvPr name="TextBox 7" id="7"/>
          <p:cNvSpPr txBox="true"/>
          <p:nvPr/>
        </p:nvSpPr>
        <p:spPr>
          <a:xfrm rot="0">
            <a:off x="362808" y="2225202"/>
            <a:ext cx="15932842" cy="4907474"/>
          </a:xfrm>
          <a:prstGeom prst="rect">
            <a:avLst/>
          </a:prstGeom>
        </p:spPr>
        <p:txBody>
          <a:bodyPr anchor="t" rtlCol="false" tIns="0" lIns="0" bIns="0" rIns="0">
            <a:spAutoFit/>
          </a:bodyPr>
          <a:lstStyle/>
          <a:p>
            <a:pPr algn="l">
              <a:lnSpc>
                <a:spcPts val="3910"/>
              </a:lnSpc>
              <a:spcBef>
                <a:spcPct val="0"/>
              </a:spcBef>
            </a:pPr>
            <a:r>
              <a:rPr lang="en-US" sz="2793">
                <a:solidFill>
                  <a:srgbClr val="000000"/>
                </a:solidFill>
                <a:latin typeface="Arapey"/>
                <a:ea typeface="Arapey"/>
                <a:cs typeface="Arapey"/>
                <a:sym typeface="Arapey"/>
              </a:rPr>
              <a:t>Tus ojos tienen una forma de hacerme olvidar todo por un momento. Podría mirarlos durante horas y aun así sentir que nunca me cansaría. En ellos encuentro una belleza que no se compara con la luna, las estrellas ni con ningún paisaje.</a:t>
            </a:r>
          </a:p>
          <a:p>
            <a:pPr algn="l">
              <a:lnSpc>
                <a:spcPts val="3910"/>
              </a:lnSpc>
              <a:spcBef>
                <a:spcPct val="0"/>
              </a:spcBef>
            </a:pPr>
          </a:p>
          <a:p>
            <a:pPr algn="l">
              <a:lnSpc>
                <a:spcPts val="3910"/>
              </a:lnSpc>
              <a:spcBef>
                <a:spcPct val="0"/>
              </a:spcBef>
            </a:pPr>
            <a:r>
              <a:rPr lang="en-US" sz="2793">
                <a:solidFill>
                  <a:srgbClr val="000000"/>
                </a:solidFill>
                <a:latin typeface="Arapey"/>
                <a:ea typeface="Arapey"/>
                <a:cs typeface="Arapey"/>
                <a:sym typeface="Arapey"/>
              </a:rPr>
              <a:t>Pero más allá de tus ojos, está tu amor, y eso es lo que más valoro de ti. Tu amor me hace sentir querido, acompañado y afortunado. Me has demostrado que amar no solo es decirlo, sino estar, cuidar, comprender y compartir momentos.</a:t>
            </a:r>
          </a:p>
          <a:p>
            <a:pPr algn="l">
              <a:lnSpc>
                <a:spcPts val="3910"/>
              </a:lnSpc>
              <a:spcBef>
                <a:spcPct val="0"/>
              </a:spcBef>
            </a:pPr>
          </a:p>
          <a:p>
            <a:pPr algn="l">
              <a:lnSpc>
                <a:spcPts val="3910"/>
              </a:lnSpc>
              <a:spcBef>
                <a:spcPct val="0"/>
              </a:spcBef>
            </a:pPr>
            <a:r>
              <a:rPr lang="en-US" sz="2793">
                <a:solidFill>
                  <a:srgbClr val="000000"/>
                </a:solidFill>
                <a:latin typeface="Arapey"/>
                <a:ea typeface="Arapey"/>
                <a:cs typeface="Arapey"/>
                <a:sym typeface="Arapey"/>
              </a:rPr>
              <a:t>Amo tus ojos porque en ellos veo algo hermoso, pero amo tu amor porque en él encontré un lugar donde quiero quedarme. ❤️</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sp>
        <p:nvSpPr>
          <p:cNvPr name="TextBox 3" id="3"/>
          <p:cNvSpPr txBox="true"/>
          <p:nvPr/>
        </p:nvSpPr>
        <p:spPr>
          <a:xfrm rot="0">
            <a:off x="1335092" y="251179"/>
            <a:ext cx="9747722" cy="1038225"/>
          </a:xfrm>
          <a:prstGeom prst="rect">
            <a:avLst/>
          </a:prstGeom>
        </p:spPr>
        <p:txBody>
          <a:bodyPr anchor="t" rtlCol="false" tIns="0" lIns="0" bIns="0" rIns="0">
            <a:spAutoFit/>
          </a:bodyPr>
          <a:lstStyle/>
          <a:p>
            <a:pPr algn="ctr" marL="0" indent="0" lvl="0">
              <a:lnSpc>
                <a:spcPts val="8400"/>
              </a:lnSpc>
              <a:spcBef>
                <a:spcPct val="0"/>
              </a:spcBef>
            </a:pPr>
            <a:r>
              <a:rPr lang="en-US" sz="6000">
                <a:solidFill>
                  <a:srgbClr val="000000"/>
                </a:solidFill>
                <a:latin typeface="Arapey"/>
                <a:ea typeface="Arapey"/>
                <a:cs typeface="Arapey"/>
                <a:sym typeface="Arapey"/>
              </a:rPr>
              <a:t>Lo nuestro</a:t>
            </a:r>
          </a:p>
        </p:txBody>
      </p:sp>
      <p:sp>
        <p:nvSpPr>
          <p:cNvPr name="TextBox 4" id="4"/>
          <p:cNvSpPr txBox="true"/>
          <p:nvPr/>
        </p:nvSpPr>
        <p:spPr>
          <a:xfrm rot="0">
            <a:off x="233931" y="1381388"/>
            <a:ext cx="14668126" cy="7457549"/>
          </a:xfrm>
          <a:prstGeom prst="rect">
            <a:avLst/>
          </a:prstGeom>
        </p:spPr>
        <p:txBody>
          <a:bodyPr anchor="t" rtlCol="false" tIns="0" lIns="0" bIns="0" rIns="0">
            <a:spAutoFit/>
          </a:bodyPr>
          <a:lstStyle/>
          <a:p>
            <a:pPr algn="just">
              <a:lnSpc>
                <a:spcPts val="4229"/>
              </a:lnSpc>
            </a:pPr>
            <a:r>
              <a:rPr lang="en-US" sz="3020">
                <a:solidFill>
                  <a:srgbClr val="000000"/>
                </a:solidFill>
                <a:latin typeface="Arapey"/>
                <a:ea typeface="Arapey"/>
                <a:cs typeface="Arapey"/>
                <a:sym typeface="Arapey"/>
              </a:rPr>
              <a:t>Lo nuestro es mucho más que una simple historia de amor. Son todos esos momentos que hemos compartido, las risas, los abrazos, las conversaciones, los recuerdos y también las dificultades que hemos aprendido a superar juntos.</a:t>
            </a:r>
          </a:p>
          <a:p>
            <a:pPr algn="just">
              <a:lnSpc>
                <a:spcPts val="4229"/>
              </a:lnSpc>
            </a:pPr>
          </a:p>
          <a:p>
            <a:pPr algn="just">
              <a:lnSpc>
                <a:spcPts val="4229"/>
              </a:lnSpc>
            </a:pPr>
            <a:r>
              <a:rPr lang="en-US" sz="3020">
                <a:solidFill>
                  <a:srgbClr val="000000"/>
                </a:solidFill>
                <a:latin typeface="Arapey"/>
                <a:ea typeface="Arapey"/>
                <a:cs typeface="Arapey"/>
                <a:sym typeface="Arapey"/>
              </a:rPr>
              <a:t>No todo ha sido perfecto, pero creo que eso también hace especial nuestra historia. Porque a pesar de los días difíciles, seguimos encontrando razones para elegirnos y seguir adelante.</a:t>
            </a:r>
          </a:p>
          <a:p>
            <a:pPr algn="just">
              <a:lnSpc>
                <a:spcPts val="4229"/>
              </a:lnSpc>
            </a:pPr>
          </a:p>
          <a:p>
            <a:pPr algn="just">
              <a:lnSpc>
                <a:spcPts val="4229"/>
              </a:lnSpc>
            </a:pPr>
            <a:r>
              <a:rPr lang="en-US" sz="3020">
                <a:solidFill>
                  <a:srgbClr val="000000"/>
                </a:solidFill>
                <a:latin typeface="Arapey"/>
                <a:ea typeface="Arapey"/>
                <a:cs typeface="Arapey"/>
                <a:sym typeface="Arapey"/>
              </a:rPr>
              <a:t>Después de todo este tiempo, todavía me emociona pensar en todo lo que hemos vivido y, sobre todo, en todo lo que nos queda por vivir.</a:t>
            </a:r>
          </a:p>
          <a:p>
            <a:pPr algn="just">
              <a:lnSpc>
                <a:spcPts val="4229"/>
              </a:lnSpc>
            </a:pPr>
          </a:p>
          <a:p>
            <a:pPr algn="just">
              <a:lnSpc>
                <a:spcPts val="4229"/>
              </a:lnSpc>
            </a:pPr>
            <a:r>
              <a:rPr lang="en-US" sz="3020">
                <a:solidFill>
                  <a:srgbClr val="000000"/>
                </a:solidFill>
                <a:latin typeface="Arapey"/>
                <a:ea typeface="Arapey"/>
                <a:cs typeface="Arapey"/>
                <a:sym typeface="Arapey"/>
              </a:rPr>
              <a:t>No sé qué nos espera en el futuro, pero sé que quiero seguir construyéndolo contigo.</a:t>
            </a:r>
          </a:p>
          <a:p>
            <a:pPr algn="just">
              <a:lnSpc>
                <a:spcPts val="4229"/>
              </a:lnSpc>
            </a:pPr>
          </a:p>
          <a:p>
            <a:pPr algn="just">
              <a:lnSpc>
                <a:spcPts val="4229"/>
              </a:lnSpc>
              <a:spcBef>
                <a:spcPct val="0"/>
              </a:spcBef>
            </a:pPr>
            <a:r>
              <a:rPr lang="en-US" sz="3020">
                <a:solidFill>
                  <a:srgbClr val="000000"/>
                </a:solidFill>
                <a:latin typeface="Arapey"/>
                <a:ea typeface="Arapey"/>
                <a:cs typeface="Arapey"/>
                <a:sym typeface="Arapey"/>
              </a:rPr>
              <a:t>Porque de todas las historias que podría haber vivido, me alegra que la nuestra sea la que estoy escribiendo contigo. ❤️</a:t>
            </a:r>
          </a:p>
        </p:txBody>
      </p:sp>
      <p:sp>
        <p:nvSpPr>
          <p:cNvPr name="Freeform 5" id="5"/>
          <p:cNvSpPr/>
          <p:nvPr/>
        </p:nvSpPr>
        <p:spPr>
          <a:xfrm flipH="false" flipV="false" rot="0">
            <a:off x="-2320204" y="-3267394"/>
            <a:ext cx="9735240" cy="13381773"/>
          </a:xfrm>
          <a:custGeom>
            <a:avLst/>
            <a:gdLst/>
            <a:ahLst/>
            <a:cxnLst/>
            <a:rect r="r" b="b" t="t" l="l"/>
            <a:pathLst>
              <a:path h="13381773" w="9735240">
                <a:moveTo>
                  <a:pt x="0" y="0"/>
                </a:moveTo>
                <a:lnTo>
                  <a:pt x="9735240" y="0"/>
                </a:lnTo>
                <a:lnTo>
                  <a:pt x="9735240" y="13381773"/>
                </a:lnTo>
                <a:lnTo>
                  <a:pt x="0" y="13381773"/>
                </a:lnTo>
                <a:lnTo>
                  <a:pt x="0" y="0"/>
                </a:lnTo>
                <a:close/>
              </a:path>
            </a:pathLst>
          </a:custGeom>
          <a:blipFill>
            <a:blip r:embed="rId3">
              <a:alphaModFix amt="24000"/>
            </a:blip>
            <a:stretch>
              <a:fillRect l="0" t="0" r="0" b="0"/>
            </a:stretch>
          </a:blipFill>
          <a:ln cap="sq">
            <a:noFill/>
            <a:prstDash val="solid"/>
            <a:miter/>
          </a:ln>
        </p:spPr>
      </p:sp>
      <p:sp>
        <p:nvSpPr>
          <p:cNvPr name="Freeform 6" id="6"/>
          <p:cNvSpPr/>
          <p:nvPr/>
        </p:nvSpPr>
        <p:spPr>
          <a:xfrm flipH="false" flipV="false" rot="0">
            <a:off x="15971427" y="612106"/>
            <a:ext cx="1946784" cy="2311580"/>
          </a:xfrm>
          <a:custGeom>
            <a:avLst/>
            <a:gdLst/>
            <a:ahLst/>
            <a:cxnLst/>
            <a:rect r="r" b="b" t="t" l="l"/>
            <a:pathLst>
              <a:path h="2311580" w="1946784">
                <a:moveTo>
                  <a:pt x="0" y="0"/>
                </a:moveTo>
                <a:lnTo>
                  <a:pt x="1946784" y="0"/>
                </a:lnTo>
                <a:lnTo>
                  <a:pt x="1946784" y="2311581"/>
                </a:lnTo>
                <a:lnTo>
                  <a:pt x="0" y="2311581"/>
                </a:lnTo>
                <a:lnTo>
                  <a:pt x="0" y="0"/>
                </a:lnTo>
                <a:close/>
              </a:path>
            </a:pathLst>
          </a:custGeom>
          <a:blipFill>
            <a:blip r:embed="rId4"/>
            <a:stretch>
              <a:fillRect l="0" t="0" r="0" b="0"/>
            </a:stretch>
          </a:blipFill>
        </p:spPr>
      </p:sp>
      <p:sp>
        <p:nvSpPr>
          <p:cNvPr name="Freeform 7" id="7"/>
          <p:cNvSpPr/>
          <p:nvPr/>
        </p:nvSpPr>
        <p:spPr>
          <a:xfrm flipH="false" flipV="false" rot="0">
            <a:off x="15732747" y="3905863"/>
            <a:ext cx="1526553" cy="2222967"/>
          </a:xfrm>
          <a:custGeom>
            <a:avLst/>
            <a:gdLst/>
            <a:ahLst/>
            <a:cxnLst/>
            <a:rect r="r" b="b" t="t" l="l"/>
            <a:pathLst>
              <a:path h="2222967" w="1526553">
                <a:moveTo>
                  <a:pt x="0" y="0"/>
                </a:moveTo>
                <a:lnTo>
                  <a:pt x="1526553" y="0"/>
                </a:lnTo>
                <a:lnTo>
                  <a:pt x="1526553" y="2222967"/>
                </a:lnTo>
                <a:lnTo>
                  <a:pt x="0" y="2222967"/>
                </a:lnTo>
                <a:lnTo>
                  <a:pt x="0" y="0"/>
                </a:lnTo>
                <a:close/>
              </a:path>
            </a:pathLst>
          </a:custGeom>
          <a:blipFill>
            <a:blip r:embed="rId5"/>
            <a:stretch>
              <a:fillRect l="0" t="0" r="0" b="0"/>
            </a:stretch>
          </a:blipFill>
        </p:spPr>
      </p:sp>
      <p:sp>
        <p:nvSpPr>
          <p:cNvPr name="Freeform 8" id="8"/>
          <p:cNvSpPr/>
          <p:nvPr/>
        </p:nvSpPr>
        <p:spPr>
          <a:xfrm flipH="false" flipV="false" rot="-5400000">
            <a:off x="1132218" y="8460271"/>
            <a:ext cx="1385686" cy="2466868"/>
          </a:xfrm>
          <a:custGeom>
            <a:avLst/>
            <a:gdLst/>
            <a:ahLst/>
            <a:cxnLst/>
            <a:rect r="r" b="b" t="t" l="l"/>
            <a:pathLst>
              <a:path h="2466868" w="1385686">
                <a:moveTo>
                  <a:pt x="0" y="0"/>
                </a:moveTo>
                <a:lnTo>
                  <a:pt x="1385686" y="0"/>
                </a:lnTo>
                <a:lnTo>
                  <a:pt x="1385686" y="2466868"/>
                </a:lnTo>
                <a:lnTo>
                  <a:pt x="0" y="2466868"/>
                </a:lnTo>
                <a:lnTo>
                  <a:pt x="0" y="0"/>
                </a:lnTo>
                <a:close/>
              </a:path>
            </a:pathLst>
          </a:custGeom>
          <a:blipFill>
            <a:blip r:embed="rId6"/>
            <a:stretch>
              <a:fillRect l="0" t="0" r="0" b="0"/>
            </a:stretch>
          </a:blipFill>
        </p:spPr>
      </p:sp>
      <p:sp>
        <p:nvSpPr>
          <p:cNvPr name="Freeform 9" id="9"/>
          <p:cNvSpPr/>
          <p:nvPr/>
        </p:nvSpPr>
        <p:spPr>
          <a:xfrm flipH="false" flipV="false" rot="0">
            <a:off x="4717229" y="8838937"/>
            <a:ext cx="2983447" cy="2238985"/>
          </a:xfrm>
          <a:custGeom>
            <a:avLst/>
            <a:gdLst/>
            <a:ahLst/>
            <a:cxnLst/>
            <a:rect r="r" b="b" t="t" l="l"/>
            <a:pathLst>
              <a:path h="2238985" w="2983447">
                <a:moveTo>
                  <a:pt x="0" y="0"/>
                </a:moveTo>
                <a:lnTo>
                  <a:pt x="2983447" y="0"/>
                </a:lnTo>
                <a:lnTo>
                  <a:pt x="2983447" y="2238984"/>
                </a:lnTo>
                <a:lnTo>
                  <a:pt x="0" y="2238984"/>
                </a:lnTo>
                <a:lnTo>
                  <a:pt x="0" y="0"/>
                </a:lnTo>
                <a:close/>
              </a:path>
            </a:pathLst>
          </a:custGeom>
          <a:blipFill>
            <a:blip r:embed="rId7"/>
            <a:stretch>
              <a:fillRect l="0" t="0" r="0" b="0"/>
            </a:stretch>
          </a:blipFill>
        </p:spPr>
      </p:sp>
      <p:sp>
        <p:nvSpPr>
          <p:cNvPr name="Freeform 10" id="10"/>
          <p:cNvSpPr/>
          <p:nvPr/>
        </p:nvSpPr>
        <p:spPr>
          <a:xfrm flipH="false" flipV="false" rot="0">
            <a:off x="14151572" y="8645582"/>
            <a:ext cx="2793248" cy="2096246"/>
          </a:xfrm>
          <a:custGeom>
            <a:avLst/>
            <a:gdLst/>
            <a:ahLst/>
            <a:cxnLst/>
            <a:rect r="r" b="b" t="t" l="l"/>
            <a:pathLst>
              <a:path h="2096246" w="2793248">
                <a:moveTo>
                  <a:pt x="0" y="0"/>
                </a:moveTo>
                <a:lnTo>
                  <a:pt x="2793247" y="0"/>
                </a:lnTo>
                <a:lnTo>
                  <a:pt x="2793247" y="2096246"/>
                </a:lnTo>
                <a:lnTo>
                  <a:pt x="0" y="2096246"/>
                </a:lnTo>
                <a:lnTo>
                  <a:pt x="0" y="0"/>
                </a:lnTo>
                <a:close/>
              </a:path>
            </a:pathLst>
          </a:custGeom>
          <a:blipFill>
            <a:blip r:embed="rId8"/>
            <a:stretch>
              <a:fillRect l="0" t="0" r="0" b="0"/>
            </a:stretch>
          </a:blipFill>
        </p:spPr>
      </p:sp>
      <p:sp>
        <p:nvSpPr>
          <p:cNvPr name="Freeform 11" id="11"/>
          <p:cNvSpPr/>
          <p:nvPr/>
        </p:nvSpPr>
        <p:spPr>
          <a:xfrm flipH="false" flipV="false" rot="-5309652">
            <a:off x="9707550" y="8143201"/>
            <a:ext cx="1818638" cy="2898950"/>
          </a:xfrm>
          <a:custGeom>
            <a:avLst/>
            <a:gdLst/>
            <a:ahLst/>
            <a:cxnLst/>
            <a:rect r="r" b="b" t="t" l="l"/>
            <a:pathLst>
              <a:path h="2898950" w="1818638">
                <a:moveTo>
                  <a:pt x="0" y="0"/>
                </a:moveTo>
                <a:lnTo>
                  <a:pt x="1818639" y="0"/>
                </a:lnTo>
                <a:lnTo>
                  <a:pt x="1818639" y="2898950"/>
                </a:lnTo>
                <a:lnTo>
                  <a:pt x="0" y="2898950"/>
                </a:lnTo>
                <a:lnTo>
                  <a:pt x="0" y="0"/>
                </a:lnTo>
                <a:close/>
              </a:path>
            </a:pathLst>
          </a:custGeom>
          <a:blipFill>
            <a:blip r:embed="rId9"/>
            <a:stretch>
              <a:fillRect l="0" t="0" r="0" b="0"/>
            </a:stretch>
          </a:blipFill>
        </p:spPr>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sp>
        <p:nvSpPr>
          <p:cNvPr name="Freeform 3" id="3"/>
          <p:cNvSpPr/>
          <p:nvPr/>
        </p:nvSpPr>
        <p:spPr>
          <a:xfrm flipH="false" flipV="false" rot="0">
            <a:off x="9663773" y="-2106055"/>
            <a:ext cx="9735240" cy="13381773"/>
          </a:xfrm>
          <a:custGeom>
            <a:avLst/>
            <a:gdLst/>
            <a:ahLst/>
            <a:cxnLst/>
            <a:rect r="r" b="b" t="t" l="l"/>
            <a:pathLst>
              <a:path h="13381773" w="9735240">
                <a:moveTo>
                  <a:pt x="0" y="0"/>
                </a:moveTo>
                <a:lnTo>
                  <a:pt x="9735240" y="0"/>
                </a:lnTo>
                <a:lnTo>
                  <a:pt x="9735240" y="13381773"/>
                </a:lnTo>
                <a:lnTo>
                  <a:pt x="0" y="13381773"/>
                </a:lnTo>
                <a:lnTo>
                  <a:pt x="0" y="0"/>
                </a:lnTo>
                <a:close/>
              </a:path>
            </a:pathLst>
          </a:custGeom>
          <a:blipFill>
            <a:blip r:embed="rId3">
              <a:alphaModFix amt="24000"/>
            </a:blip>
            <a:stretch>
              <a:fillRect l="0" t="0" r="0" b="0"/>
            </a:stretch>
          </a:blipFill>
          <a:ln cap="sq">
            <a:noFill/>
            <a:prstDash val="solid"/>
            <a:miter/>
          </a:ln>
        </p:spPr>
      </p:sp>
      <p:grpSp>
        <p:nvGrpSpPr>
          <p:cNvPr name="Group 4" id="4"/>
          <p:cNvGrpSpPr/>
          <p:nvPr/>
        </p:nvGrpSpPr>
        <p:grpSpPr>
          <a:xfrm rot="0">
            <a:off x="11010262" y="688700"/>
            <a:ext cx="6249038" cy="8725757"/>
            <a:chOff x="0" y="0"/>
            <a:chExt cx="2396145" cy="3345824"/>
          </a:xfrm>
        </p:grpSpPr>
        <p:sp>
          <p:nvSpPr>
            <p:cNvPr name="Freeform 5" id="5"/>
            <p:cNvSpPr/>
            <p:nvPr/>
          </p:nvSpPr>
          <p:spPr>
            <a:xfrm flipH="false" flipV="false" rot="0">
              <a:off x="-794" y="-1176"/>
              <a:ext cx="2395738" cy="3338552"/>
            </a:xfrm>
            <a:custGeom>
              <a:avLst/>
              <a:gdLst/>
              <a:ahLst/>
              <a:cxnLst/>
              <a:rect r="r" b="b" t="t" l="l"/>
              <a:pathLst>
                <a:path h="3338552" w="2395738">
                  <a:moveTo>
                    <a:pt x="2395658" y="2954119"/>
                  </a:moveTo>
                  <a:cubicBezTo>
                    <a:pt x="2394376" y="2119776"/>
                    <a:pt x="2379000" y="991827"/>
                    <a:pt x="2379000" y="159596"/>
                  </a:cubicBezTo>
                  <a:cubicBezTo>
                    <a:pt x="2379000" y="146922"/>
                    <a:pt x="2380282" y="134249"/>
                    <a:pt x="2380282" y="123687"/>
                  </a:cubicBezTo>
                  <a:cubicBezTo>
                    <a:pt x="2379000" y="121575"/>
                    <a:pt x="2377719" y="121575"/>
                    <a:pt x="2376438" y="119463"/>
                  </a:cubicBezTo>
                  <a:cubicBezTo>
                    <a:pt x="2376438" y="119463"/>
                    <a:pt x="2375156" y="121575"/>
                    <a:pt x="2375156" y="123687"/>
                  </a:cubicBezTo>
                  <a:cubicBezTo>
                    <a:pt x="2372593" y="134249"/>
                    <a:pt x="2367468" y="134249"/>
                    <a:pt x="2362342" y="134249"/>
                  </a:cubicBezTo>
                  <a:cubicBezTo>
                    <a:pt x="2355936" y="132136"/>
                    <a:pt x="2349529" y="121575"/>
                    <a:pt x="2341841" y="125800"/>
                  </a:cubicBezTo>
                  <a:cubicBezTo>
                    <a:pt x="2339278" y="127912"/>
                    <a:pt x="2334153" y="123687"/>
                    <a:pt x="2332871" y="119463"/>
                  </a:cubicBezTo>
                  <a:cubicBezTo>
                    <a:pt x="2329027" y="111014"/>
                    <a:pt x="2323902" y="111014"/>
                    <a:pt x="2318776" y="115238"/>
                  </a:cubicBezTo>
                  <a:cubicBezTo>
                    <a:pt x="2316214" y="117350"/>
                    <a:pt x="2313651" y="115238"/>
                    <a:pt x="2311088" y="115238"/>
                  </a:cubicBezTo>
                  <a:cubicBezTo>
                    <a:pt x="2307244" y="115238"/>
                    <a:pt x="2302118" y="113126"/>
                    <a:pt x="2298274" y="111014"/>
                  </a:cubicBezTo>
                  <a:cubicBezTo>
                    <a:pt x="2296993" y="111014"/>
                    <a:pt x="2294431" y="108901"/>
                    <a:pt x="2293149" y="108901"/>
                  </a:cubicBezTo>
                  <a:cubicBezTo>
                    <a:pt x="2289305" y="106789"/>
                    <a:pt x="2285461" y="100452"/>
                    <a:pt x="2281617" y="108901"/>
                  </a:cubicBezTo>
                  <a:cubicBezTo>
                    <a:pt x="2281617" y="108901"/>
                    <a:pt x="2279054" y="108901"/>
                    <a:pt x="2277773" y="106789"/>
                  </a:cubicBezTo>
                  <a:cubicBezTo>
                    <a:pt x="2276491" y="102565"/>
                    <a:pt x="2275210" y="96228"/>
                    <a:pt x="2273929" y="92003"/>
                  </a:cubicBezTo>
                  <a:cubicBezTo>
                    <a:pt x="2271366" y="85667"/>
                    <a:pt x="2271366" y="75105"/>
                    <a:pt x="2267522" y="70881"/>
                  </a:cubicBezTo>
                  <a:cubicBezTo>
                    <a:pt x="2264959" y="68768"/>
                    <a:pt x="2263678" y="66656"/>
                    <a:pt x="2262396" y="62432"/>
                  </a:cubicBezTo>
                  <a:cubicBezTo>
                    <a:pt x="2262396" y="60319"/>
                    <a:pt x="2259834" y="58207"/>
                    <a:pt x="2259834" y="56095"/>
                  </a:cubicBezTo>
                  <a:lnTo>
                    <a:pt x="2255990" y="49758"/>
                  </a:lnTo>
                  <a:cubicBezTo>
                    <a:pt x="2254708" y="45534"/>
                    <a:pt x="2253427" y="39197"/>
                    <a:pt x="2250864" y="37084"/>
                  </a:cubicBezTo>
                  <a:cubicBezTo>
                    <a:pt x="2245739" y="30748"/>
                    <a:pt x="2244457" y="22299"/>
                    <a:pt x="2247020" y="11737"/>
                  </a:cubicBezTo>
                  <a:cubicBezTo>
                    <a:pt x="2243176" y="9625"/>
                    <a:pt x="2240613" y="5401"/>
                    <a:pt x="2236769" y="5401"/>
                  </a:cubicBezTo>
                  <a:cubicBezTo>
                    <a:pt x="2221393" y="7513"/>
                    <a:pt x="2204735" y="11737"/>
                    <a:pt x="2189359" y="13850"/>
                  </a:cubicBezTo>
                  <a:cubicBezTo>
                    <a:pt x="2186796" y="13850"/>
                    <a:pt x="2182952" y="15962"/>
                    <a:pt x="2181671" y="18074"/>
                  </a:cubicBezTo>
                  <a:cubicBezTo>
                    <a:pt x="2171420" y="28635"/>
                    <a:pt x="2161169" y="20186"/>
                    <a:pt x="2150918" y="18074"/>
                  </a:cubicBezTo>
                  <a:cubicBezTo>
                    <a:pt x="2143230" y="18074"/>
                    <a:pt x="2135542" y="11737"/>
                    <a:pt x="2127854" y="9625"/>
                  </a:cubicBezTo>
                  <a:cubicBezTo>
                    <a:pt x="2118884" y="7513"/>
                    <a:pt x="2111196" y="9625"/>
                    <a:pt x="2102226" y="7513"/>
                  </a:cubicBezTo>
                  <a:cubicBezTo>
                    <a:pt x="2100945" y="7513"/>
                    <a:pt x="2099663" y="5401"/>
                    <a:pt x="2098382" y="3288"/>
                  </a:cubicBezTo>
                  <a:cubicBezTo>
                    <a:pt x="2095819" y="-1364"/>
                    <a:pt x="2090694" y="-94"/>
                    <a:pt x="2088131" y="1176"/>
                  </a:cubicBezTo>
                  <a:cubicBezTo>
                    <a:pt x="2084287" y="5401"/>
                    <a:pt x="2083006" y="11737"/>
                    <a:pt x="2080443" y="18074"/>
                  </a:cubicBezTo>
                  <a:cubicBezTo>
                    <a:pt x="2074036" y="20186"/>
                    <a:pt x="2065067" y="22299"/>
                    <a:pt x="2058660" y="28635"/>
                  </a:cubicBezTo>
                  <a:cubicBezTo>
                    <a:pt x="2053535" y="32860"/>
                    <a:pt x="2050972" y="34972"/>
                    <a:pt x="2047128" y="30748"/>
                  </a:cubicBezTo>
                  <a:lnTo>
                    <a:pt x="2045846" y="32860"/>
                  </a:lnTo>
                  <a:cubicBezTo>
                    <a:pt x="2048409" y="37084"/>
                    <a:pt x="2049690" y="43421"/>
                    <a:pt x="2052253" y="47646"/>
                  </a:cubicBezTo>
                  <a:cubicBezTo>
                    <a:pt x="2048409" y="49758"/>
                    <a:pt x="2043284" y="53983"/>
                    <a:pt x="2040721" y="51870"/>
                  </a:cubicBezTo>
                  <a:cubicBezTo>
                    <a:pt x="2034314" y="49758"/>
                    <a:pt x="2031751" y="53983"/>
                    <a:pt x="2026626" y="58207"/>
                  </a:cubicBezTo>
                  <a:cubicBezTo>
                    <a:pt x="2021501" y="64544"/>
                    <a:pt x="2015094" y="68768"/>
                    <a:pt x="2009968" y="72993"/>
                  </a:cubicBezTo>
                  <a:cubicBezTo>
                    <a:pt x="2008687" y="72993"/>
                    <a:pt x="2007405" y="72993"/>
                    <a:pt x="2006124" y="70881"/>
                  </a:cubicBezTo>
                  <a:cubicBezTo>
                    <a:pt x="2004843" y="70881"/>
                    <a:pt x="2003561" y="68768"/>
                    <a:pt x="2003561" y="68768"/>
                  </a:cubicBezTo>
                  <a:cubicBezTo>
                    <a:pt x="1997155" y="72993"/>
                    <a:pt x="1990748" y="77217"/>
                    <a:pt x="1984341" y="72993"/>
                  </a:cubicBezTo>
                  <a:cubicBezTo>
                    <a:pt x="1983060" y="72993"/>
                    <a:pt x="1983060" y="75105"/>
                    <a:pt x="1981778" y="75105"/>
                  </a:cubicBezTo>
                  <a:cubicBezTo>
                    <a:pt x="1974090" y="79330"/>
                    <a:pt x="1968965" y="94116"/>
                    <a:pt x="1958714" y="94116"/>
                  </a:cubicBezTo>
                  <a:cubicBezTo>
                    <a:pt x="1951026" y="94116"/>
                    <a:pt x="1943337" y="104677"/>
                    <a:pt x="1935649" y="104677"/>
                  </a:cubicBezTo>
                  <a:cubicBezTo>
                    <a:pt x="1926680" y="106789"/>
                    <a:pt x="1918992" y="111014"/>
                    <a:pt x="1911303" y="117350"/>
                  </a:cubicBezTo>
                  <a:cubicBezTo>
                    <a:pt x="1908741" y="119463"/>
                    <a:pt x="1906178" y="119463"/>
                    <a:pt x="1904897" y="119463"/>
                  </a:cubicBezTo>
                  <a:cubicBezTo>
                    <a:pt x="1898490" y="115238"/>
                    <a:pt x="1894646" y="121575"/>
                    <a:pt x="1892083" y="127912"/>
                  </a:cubicBezTo>
                  <a:cubicBezTo>
                    <a:pt x="1885676" y="142698"/>
                    <a:pt x="1875425" y="146922"/>
                    <a:pt x="1866456" y="151147"/>
                  </a:cubicBezTo>
                  <a:cubicBezTo>
                    <a:pt x="1854923" y="155371"/>
                    <a:pt x="1843391" y="157483"/>
                    <a:pt x="1831859" y="159596"/>
                  </a:cubicBezTo>
                  <a:cubicBezTo>
                    <a:pt x="1830578" y="159596"/>
                    <a:pt x="1829296" y="165932"/>
                    <a:pt x="1826734" y="168045"/>
                  </a:cubicBezTo>
                  <a:cubicBezTo>
                    <a:pt x="1825452" y="168045"/>
                    <a:pt x="1824171" y="165932"/>
                    <a:pt x="1824171" y="165932"/>
                  </a:cubicBezTo>
                  <a:cubicBezTo>
                    <a:pt x="1817764" y="178606"/>
                    <a:pt x="1813920" y="197616"/>
                    <a:pt x="1801106" y="195504"/>
                  </a:cubicBezTo>
                  <a:lnTo>
                    <a:pt x="1799825" y="195504"/>
                  </a:lnTo>
                  <a:cubicBezTo>
                    <a:pt x="1789574" y="206065"/>
                    <a:pt x="1779323" y="201841"/>
                    <a:pt x="1770354" y="197616"/>
                  </a:cubicBezTo>
                  <a:cubicBezTo>
                    <a:pt x="1767791" y="197616"/>
                    <a:pt x="1763947" y="193392"/>
                    <a:pt x="1762666" y="189167"/>
                  </a:cubicBezTo>
                  <a:cubicBezTo>
                    <a:pt x="1758821" y="176494"/>
                    <a:pt x="1748570" y="172269"/>
                    <a:pt x="1740882" y="176494"/>
                  </a:cubicBezTo>
                  <a:cubicBezTo>
                    <a:pt x="1734475" y="180718"/>
                    <a:pt x="1728069" y="182831"/>
                    <a:pt x="1721662" y="187055"/>
                  </a:cubicBezTo>
                  <a:cubicBezTo>
                    <a:pt x="1711411" y="191280"/>
                    <a:pt x="1702441" y="193392"/>
                    <a:pt x="1692191" y="184943"/>
                  </a:cubicBezTo>
                  <a:cubicBezTo>
                    <a:pt x="1681940" y="176494"/>
                    <a:pt x="1674252" y="182831"/>
                    <a:pt x="1669126" y="201841"/>
                  </a:cubicBezTo>
                  <a:cubicBezTo>
                    <a:pt x="1665282" y="214515"/>
                    <a:pt x="1655031" y="216627"/>
                    <a:pt x="1648624" y="206065"/>
                  </a:cubicBezTo>
                  <a:cubicBezTo>
                    <a:pt x="1644780" y="199729"/>
                    <a:pt x="1642217" y="201841"/>
                    <a:pt x="1638374" y="206065"/>
                  </a:cubicBezTo>
                  <a:lnTo>
                    <a:pt x="1630685" y="218739"/>
                  </a:lnTo>
                  <a:cubicBezTo>
                    <a:pt x="1629404" y="220851"/>
                    <a:pt x="1626841" y="220851"/>
                    <a:pt x="1625560" y="220851"/>
                  </a:cubicBezTo>
                  <a:lnTo>
                    <a:pt x="1617872" y="220851"/>
                  </a:lnTo>
                  <a:cubicBezTo>
                    <a:pt x="1612746" y="220851"/>
                    <a:pt x="1607621" y="218739"/>
                    <a:pt x="1602495" y="216627"/>
                  </a:cubicBezTo>
                  <a:cubicBezTo>
                    <a:pt x="1596089" y="214515"/>
                    <a:pt x="1590963" y="208178"/>
                    <a:pt x="1584556" y="206065"/>
                  </a:cubicBezTo>
                  <a:cubicBezTo>
                    <a:pt x="1574305" y="203953"/>
                    <a:pt x="1571743" y="189167"/>
                    <a:pt x="1567899" y="178606"/>
                  </a:cubicBezTo>
                  <a:cubicBezTo>
                    <a:pt x="1565336" y="172269"/>
                    <a:pt x="1560210" y="163820"/>
                    <a:pt x="1555085" y="165932"/>
                  </a:cubicBezTo>
                  <a:cubicBezTo>
                    <a:pt x="1549960" y="170157"/>
                    <a:pt x="1544834" y="165932"/>
                    <a:pt x="1540990" y="163820"/>
                  </a:cubicBezTo>
                  <a:cubicBezTo>
                    <a:pt x="1539709" y="163820"/>
                    <a:pt x="1537146" y="161708"/>
                    <a:pt x="1535865" y="161708"/>
                  </a:cubicBezTo>
                  <a:cubicBezTo>
                    <a:pt x="1526895" y="157483"/>
                    <a:pt x="1520488" y="165932"/>
                    <a:pt x="1514081" y="176494"/>
                  </a:cubicBezTo>
                  <a:lnTo>
                    <a:pt x="1508956" y="184943"/>
                  </a:lnTo>
                  <a:cubicBezTo>
                    <a:pt x="1507675" y="187055"/>
                    <a:pt x="1507675" y="191280"/>
                    <a:pt x="1506393" y="193392"/>
                  </a:cubicBezTo>
                  <a:cubicBezTo>
                    <a:pt x="1498705" y="203953"/>
                    <a:pt x="1491017" y="199729"/>
                    <a:pt x="1482047" y="193392"/>
                  </a:cubicBezTo>
                  <a:cubicBezTo>
                    <a:pt x="1474359" y="187055"/>
                    <a:pt x="1465390" y="193392"/>
                    <a:pt x="1462827" y="206065"/>
                  </a:cubicBezTo>
                  <a:cubicBezTo>
                    <a:pt x="1461546" y="214515"/>
                    <a:pt x="1460264" y="220851"/>
                    <a:pt x="1453857" y="225076"/>
                  </a:cubicBezTo>
                  <a:cubicBezTo>
                    <a:pt x="1447451" y="231413"/>
                    <a:pt x="1439762" y="235637"/>
                    <a:pt x="1438481" y="250423"/>
                  </a:cubicBezTo>
                  <a:cubicBezTo>
                    <a:pt x="1438481" y="252535"/>
                    <a:pt x="1437200" y="254648"/>
                    <a:pt x="1435918" y="254648"/>
                  </a:cubicBezTo>
                  <a:cubicBezTo>
                    <a:pt x="1432074" y="256760"/>
                    <a:pt x="1429512" y="258872"/>
                    <a:pt x="1425668" y="260984"/>
                  </a:cubicBezTo>
                  <a:lnTo>
                    <a:pt x="1414135" y="260984"/>
                  </a:lnTo>
                  <a:cubicBezTo>
                    <a:pt x="1406447" y="258872"/>
                    <a:pt x="1398759" y="254648"/>
                    <a:pt x="1391071" y="252535"/>
                  </a:cubicBezTo>
                  <a:cubicBezTo>
                    <a:pt x="1382101" y="250423"/>
                    <a:pt x="1374413" y="258872"/>
                    <a:pt x="1365444" y="260984"/>
                  </a:cubicBezTo>
                  <a:lnTo>
                    <a:pt x="1364162" y="263097"/>
                  </a:lnTo>
                  <a:cubicBezTo>
                    <a:pt x="1361600" y="269433"/>
                    <a:pt x="1357755" y="267321"/>
                    <a:pt x="1355193" y="263097"/>
                  </a:cubicBezTo>
                  <a:cubicBezTo>
                    <a:pt x="1350067" y="254648"/>
                    <a:pt x="1341098" y="252535"/>
                    <a:pt x="1334691" y="256760"/>
                  </a:cubicBezTo>
                  <a:cubicBezTo>
                    <a:pt x="1327003" y="263097"/>
                    <a:pt x="1319315" y="267321"/>
                    <a:pt x="1311626" y="271546"/>
                  </a:cubicBezTo>
                  <a:cubicBezTo>
                    <a:pt x="1309064" y="271546"/>
                    <a:pt x="1306501" y="269433"/>
                    <a:pt x="1305220" y="269433"/>
                  </a:cubicBezTo>
                  <a:cubicBezTo>
                    <a:pt x="1302657" y="269433"/>
                    <a:pt x="1298813" y="267321"/>
                    <a:pt x="1297531" y="269433"/>
                  </a:cubicBezTo>
                  <a:cubicBezTo>
                    <a:pt x="1287280" y="282107"/>
                    <a:pt x="1277030" y="277882"/>
                    <a:pt x="1268060" y="269433"/>
                  </a:cubicBezTo>
                  <a:cubicBezTo>
                    <a:pt x="1262935" y="265209"/>
                    <a:pt x="1255246" y="260984"/>
                    <a:pt x="1252684" y="248311"/>
                  </a:cubicBezTo>
                  <a:cubicBezTo>
                    <a:pt x="1251402" y="239862"/>
                    <a:pt x="1246277" y="231413"/>
                    <a:pt x="1242433" y="225076"/>
                  </a:cubicBezTo>
                  <a:cubicBezTo>
                    <a:pt x="1236026" y="214515"/>
                    <a:pt x="1229619" y="199729"/>
                    <a:pt x="1218087" y="199729"/>
                  </a:cubicBezTo>
                  <a:cubicBezTo>
                    <a:pt x="1215524" y="199729"/>
                    <a:pt x="1212961" y="191280"/>
                    <a:pt x="1211680" y="193392"/>
                  </a:cubicBezTo>
                  <a:cubicBezTo>
                    <a:pt x="1206555" y="195504"/>
                    <a:pt x="1206555" y="191280"/>
                    <a:pt x="1203992" y="187055"/>
                  </a:cubicBezTo>
                  <a:cubicBezTo>
                    <a:pt x="1201429" y="182831"/>
                    <a:pt x="1197585" y="178606"/>
                    <a:pt x="1195023" y="172269"/>
                  </a:cubicBezTo>
                  <a:cubicBezTo>
                    <a:pt x="1191178" y="163820"/>
                    <a:pt x="1187334" y="153259"/>
                    <a:pt x="1183490" y="144810"/>
                  </a:cubicBezTo>
                  <a:cubicBezTo>
                    <a:pt x="1179646" y="136361"/>
                    <a:pt x="1177083" y="125800"/>
                    <a:pt x="1173239" y="117350"/>
                  </a:cubicBezTo>
                  <a:cubicBezTo>
                    <a:pt x="1171958" y="115238"/>
                    <a:pt x="1168114" y="113126"/>
                    <a:pt x="1166833" y="115238"/>
                  </a:cubicBezTo>
                  <a:lnTo>
                    <a:pt x="1151456" y="127912"/>
                  </a:lnTo>
                  <a:cubicBezTo>
                    <a:pt x="1148893" y="130024"/>
                    <a:pt x="1147612" y="134249"/>
                    <a:pt x="1146331" y="138473"/>
                  </a:cubicBezTo>
                  <a:lnTo>
                    <a:pt x="1145049" y="136361"/>
                  </a:lnTo>
                  <a:cubicBezTo>
                    <a:pt x="1146331" y="130024"/>
                    <a:pt x="1147612" y="123687"/>
                    <a:pt x="1148893" y="121575"/>
                  </a:cubicBezTo>
                  <a:lnTo>
                    <a:pt x="1133517" y="115238"/>
                  </a:lnTo>
                  <a:cubicBezTo>
                    <a:pt x="1129673" y="113126"/>
                    <a:pt x="1123266" y="113126"/>
                    <a:pt x="1120704" y="113126"/>
                  </a:cubicBezTo>
                  <a:lnTo>
                    <a:pt x="1100202" y="113126"/>
                  </a:lnTo>
                  <a:cubicBezTo>
                    <a:pt x="1092514" y="113126"/>
                    <a:pt x="1086107" y="111014"/>
                    <a:pt x="1078419" y="113126"/>
                  </a:cubicBezTo>
                  <a:cubicBezTo>
                    <a:pt x="1073293" y="115238"/>
                    <a:pt x="1069449" y="111014"/>
                    <a:pt x="1065605" y="106789"/>
                  </a:cubicBezTo>
                  <a:cubicBezTo>
                    <a:pt x="1055354" y="94116"/>
                    <a:pt x="1045103" y="79330"/>
                    <a:pt x="1031008" y="85667"/>
                  </a:cubicBezTo>
                  <a:cubicBezTo>
                    <a:pt x="1029727" y="85667"/>
                    <a:pt x="1027164" y="83554"/>
                    <a:pt x="1025883" y="81442"/>
                  </a:cubicBezTo>
                  <a:cubicBezTo>
                    <a:pt x="1022039" y="79330"/>
                    <a:pt x="1019476" y="75105"/>
                    <a:pt x="1014351" y="70881"/>
                  </a:cubicBezTo>
                  <a:cubicBezTo>
                    <a:pt x="1014351" y="77217"/>
                    <a:pt x="1014351" y="79330"/>
                    <a:pt x="1015632" y="83554"/>
                  </a:cubicBezTo>
                  <a:cubicBezTo>
                    <a:pt x="1013069" y="87779"/>
                    <a:pt x="1011788" y="85667"/>
                    <a:pt x="1010506" y="83554"/>
                  </a:cubicBezTo>
                  <a:cubicBezTo>
                    <a:pt x="1009225" y="85667"/>
                    <a:pt x="1007944" y="89891"/>
                    <a:pt x="1006662" y="89891"/>
                  </a:cubicBezTo>
                  <a:cubicBezTo>
                    <a:pt x="1000256" y="94116"/>
                    <a:pt x="993849" y="96228"/>
                    <a:pt x="987442" y="100452"/>
                  </a:cubicBezTo>
                  <a:cubicBezTo>
                    <a:pt x="984879" y="102565"/>
                    <a:pt x="982317" y="104677"/>
                    <a:pt x="981035" y="106789"/>
                  </a:cubicBezTo>
                  <a:cubicBezTo>
                    <a:pt x="975910" y="113126"/>
                    <a:pt x="972066" y="123687"/>
                    <a:pt x="963096" y="121575"/>
                  </a:cubicBezTo>
                  <a:cubicBezTo>
                    <a:pt x="961815" y="121575"/>
                    <a:pt x="959252" y="125800"/>
                    <a:pt x="956689" y="125800"/>
                  </a:cubicBezTo>
                  <a:cubicBezTo>
                    <a:pt x="954127" y="127912"/>
                    <a:pt x="950282" y="127912"/>
                    <a:pt x="947720" y="130024"/>
                  </a:cubicBezTo>
                  <a:lnTo>
                    <a:pt x="945157" y="130024"/>
                  </a:lnTo>
                  <a:cubicBezTo>
                    <a:pt x="937469" y="134249"/>
                    <a:pt x="931062" y="138473"/>
                    <a:pt x="923374" y="140585"/>
                  </a:cubicBezTo>
                  <a:lnTo>
                    <a:pt x="918248" y="140585"/>
                  </a:lnTo>
                  <a:cubicBezTo>
                    <a:pt x="911842" y="140585"/>
                    <a:pt x="906716" y="138473"/>
                    <a:pt x="900309" y="138473"/>
                  </a:cubicBezTo>
                  <a:cubicBezTo>
                    <a:pt x="893903" y="138473"/>
                    <a:pt x="887496" y="142698"/>
                    <a:pt x="881089" y="142698"/>
                  </a:cubicBezTo>
                  <a:cubicBezTo>
                    <a:pt x="873401" y="142698"/>
                    <a:pt x="864431" y="142698"/>
                    <a:pt x="858025" y="134249"/>
                  </a:cubicBezTo>
                  <a:cubicBezTo>
                    <a:pt x="856743" y="132136"/>
                    <a:pt x="852899" y="132136"/>
                    <a:pt x="850336" y="134249"/>
                  </a:cubicBezTo>
                  <a:cubicBezTo>
                    <a:pt x="841367" y="136361"/>
                    <a:pt x="832397" y="138473"/>
                    <a:pt x="824709" y="142698"/>
                  </a:cubicBezTo>
                  <a:cubicBezTo>
                    <a:pt x="817021" y="146922"/>
                    <a:pt x="813177" y="142698"/>
                    <a:pt x="810614" y="132136"/>
                  </a:cubicBezTo>
                  <a:cubicBezTo>
                    <a:pt x="809333" y="127912"/>
                    <a:pt x="806770" y="123687"/>
                    <a:pt x="804207" y="119463"/>
                  </a:cubicBezTo>
                  <a:cubicBezTo>
                    <a:pt x="800363" y="115238"/>
                    <a:pt x="796519" y="108901"/>
                    <a:pt x="792675" y="108901"/>
                  </a:cubicBezTo>
                  <a:cubicBezTo>
                    <a:pt x="783706" y="108901"/>
                    <a:pt x="778580" y="100452"/>
                    <a:pt x="772173" y="94116"/>
                  </a:cubicBezTo>
                  <a:cubicBezTo>
                    <a:pt x="761922" y="83554"/>
                    <a:pt x="752953" y="70881"/>
                    <a:pt x="740139" y="72993"/>
                  </a:cubicBezTo>
                  <a:lnTo>
                    <a:pt x="740139" y="62432"/>
                  </a:lnTo>
                  <a:cubicBezTo>
                    <a:pt x="742702" y="62432"/>
                    <a:pt x="745265" y="62432"/>
                    <a:pt x="747827" y="60319"/>
                  </a:cubicBezTo>
                  <a:cubicBezTo>
                    <a:pt x="743983" y="56095"/>
                    <a:pt x="743983" y="49758"/>
                    <a:pt x="741421" y="45534"/>
                  </a:cubicBezTo>
                  <a:cubicBezTo>
                    <a:pt x="736295" y="39197"/>
                    <a:pt x="731170" y="37084"/>
                    <a:pt x="726044" y="32860"/>
                  </a:cubicBezTo>
                  <a:cubicBezTo>
                    <a:pt x="722200" y="30748"/>
                    <a:pt x="717075" y="30748"/>
                    <a:pt x="719638" y="41309"/>
                  </a:cubicBezTo>
                  <a:cubicBezTo>
                    <a:pt x="713231" y="43421"/>
                    <a:pt x="708105" y="43421"/>
                    <a:pt x="705543" y="47646"/>
                  </a:cubicBezTo>
                  <a:cubicBezTo>
                    <a:pt x="700417" y="53983"/>
                    <a:pt x="695292" y="49758"/>
                    <a:pt x="691448" y="45534"/>
                  </a:cubicBezTo>
                  <a:cubicBezTo>
                    <a:pt x="688885" y="43421"/>
                    <a:pt x="686322" y="41309"/>
                    <a:pt x="683759" y="43421"/>
                  </a:cubicBezTo>
                  <a:cubicBezTo>
                    <a:pt x="668383" y="56095"/>
                    <a:pt x="653007" y="49758"/>
                    <a:pt x="637630" y="49758"/>
                  </a:cubicBezTo>
                  <a:cubicBezTo>
                    <a:pt x="635068" y="49758"/>
                    <a:pt x="632505" y="47646"/>
                    <a:pt x="628661" y="47646"/>
                  </a:cubicBezTo>
                  <a:cubicBezTo>
                    <a:pt x="623535" y="45534"/>
                    <a:pt x="619691" y="41309"/>
                    <a:pt x="614566" y="39197"/>
                  </a:cubicBezTo>
                  <a:cubicBezTo>
                    <a:pt x="609440" y="37084"/>
                    <a:pt x="603034" y="34972"/>
                    <a:pt x="597908" y="32860"/>
                  </a:cubicBezTo>
                  <a:lnTo>
                    <a:pt x="594064" y="32860"/>
                  </a:lnTo>
                  <a:cubicBezTo>
                    <a:pt x="585095" y="32860"/>
                    <a:pt x="576125" y="34972"/>
                    <a:pt x="568437" y="34972"/>
                  </a:cubicBezTo>
                  <a:cubicBezTo>
                    <a:pt x="562030" y="34972"/>
                    <a:pt x="555623" y="30748"/>
                    <a:pt x="547935" y="28635"/>
                  </a:cubicBezTo>
                  <a:cubicBezTo>
                    <a:pt x="546654" y="11737"/>
                    <a:pt x="536403" y="15962"/>
                    <a:pt x="529996" y="7513"/>
                  </a:cubicBezTo>
                  <a:cubicBezTo>
                    <a:pt x="528715" y="5401"/>
                    <a:pt x="526152" y="7513"/>
                    <a:pt x="524871" y="7513"/>
                  </a:cubicBezTo>
                  <a:cubicBezTo>
                    <a:pt x="517182" y="5401"/>
                    <a:pt x="512057" y="11737"/>
                    <a:pt x="509494" y="22299"/>
                  </a:cubicBezTo>
                  <a:cubicBezTo>
                    <a:pt x="505650" y="32860"/>
                    <a:pt x="495399" y="37084"/>
                    <a:pt x="499243" y="53983"/>
                  </a:cubicBezTo>
                  <a:cubicBezTo>
                    <a:pt x="500525" y="56095"/>
                    <a:pt x="503087" y="58207"/>
                    <a:pt x="504369" y="62432"/>
                  </a:cubicBezTo>
                  <a:cubicBezTo>
                    <a:pt x="504369" y="68768"/>
                    <a:pt x="503087" y="72993"/>
                    <a:pt x="499243" y="70881"/>
                  </a:cubicBezTo>
                  <a:cubicBezTo>
                    <a:pt x="497962" y="70881"/>
                    <a:pt x="496681" y="75105"/>
                    <a:pt x="495399" y="77217"/>
                  </a:cubicBezTo>
                  <a:cubicBezTo>
                    <a:pt x="494118" y="79330"/>
                    <a:pt x="494118" y="83554"/>
                    <a:pt x="492837" y="83554"/>
                  </a:cubicBezTo>
                  <a:cubicBezTo>
                    <a:pt x="485148" y="87779"/>
                    <a:pt x="480023" y="98340"/>
                    <a:pt x="471053" y="96228"/>
                  </a:cubicBezTo>
                  <a:lnTo>
                    <a:pt x="468491" y="96228"/>
                  </a:lnTo>
                  <a:cubicBezTo>
                    <a:pt x="460803" y="106789"/>
                    <a:pt x="453114" y="104677"/>
                    <a:pt x="444145" y="102565"/>
                  </a:cubicBezTo>
                  <a:cubicBezTo>
                    <a:pt x="440301" y="100452"/>
                    <a:pt x="435175" y="102565"/>
                    <a:pt x="430050" y="102565"/>
                  </a:cubicBezTo>
                  <a:cubicBezTo>
                    <a:pt x="426206" y="102565"/>
                    <a:pt x="422362" y="102565"/>
                    <a:pt x="418518" y="98340"/>
                  </a:cubicBezTo>
                  <a:cubicBezTo>
                    <a:pt x="413392" y="94116"/>
                    <a:pt x="408267" y="87779"/>
                    <a:pt x="403141" y="83554"/>
                  </a:cubicBezTo>
                  <a:cubicBezTo>
                    <a:pt x="398016" y="79330"/>
                    <a:pt x="391609" y="79330"/>
                    <a:pt x="391609" y="64544"/>
                  </a:cubicBezTo>
                  <a:cubicBezTo>
                    <a:pt x="391609" y="62432"/>
                    <a:pt x="389046" y="60319"/>
                    <a:pt x="389046" y="58207"/>
                  </a:cubicBezTo>
                  <a:cubicBezTo>
                    <a:pt x="380077" y="70881"/>
                    <a:pt x="372389" y="81442"/>
                    <a:pt x="364700" y="92003"/>
                  </a:cubicBezTo>
                  <a:cubicBezTo>
                    <a:pt x="360856" y="98340"/>
                    <a:pt x="355731" y="106789"/>
                    <a:pt x="358294" y="117350"/>
                  </a:cubicBezTo>
                  <a:cubicBezTo>
                    <a:pt x="358294" y="119463"/>
                    <a:pt x="357012" y="121575"/>
                    <a:pt x="357012" y="123687"/>
                  </a:cubicBezTo>
                  <a:cubicBezTo>
                    <a:pt x="355731" y="127912"/>
                    <a:pt x="354450" y="132136"/>
                    <a:pt x="351887" y="134249"/>
                  </a:cubicBezTo>
                  <a:cubicBezTo>
                    <a:pt x="349324" y="140585"/>
                    <a:pt x="346761" y="146922"/>
                    <a:pt x="344199" y="155371"/>
                  </a:cubicBezTo>
                  <a:lnTo>
                    <a:pt x="336511" y="168045"/>
                  </a:lnTo>
                  <a:cubicBezTo>
                    <a:pt x="333948" y="174382"/>
                    <a:pt x="331385" y="180718"/>
                    <a:pt x="327541" y="184943"/>
                  </a:cubicBezTo>
                  <a:cubicBezTo>
                    <a:pt x="318571" y="197616"/>
                    <a:pt x="309602" y="210290"/>
                    <a:pt x="299351" y="222964"/>
                  </a:cubicBezTo>
                  <a:cubicBezTo>
                    <a:pt x="294226" y="231413"/>
                    <a:pt x="287819" y="237749"/>
                    <a:pt x="282693" y="246198"/>
                  </a:cubicBezTo>
                  <a:cubicBezTo>
                    <a:pt x="273724" y="258872"/>
                    <a:pt x="263473" y="269433"/>
                    <a:pt x="258347" y="288444"/>
                  </a:cubicBezTo>
                  <a:cubicBezTo>
                    <a:pt x="258347" y="290556"/>
                    <a:pt x="255785" y="292668"/>
                    <a:pt x="254503" y="294781"/>
                  </a:cubicBezTo>
                  <a:cubicBezTo>
                    <a:pt x="248097" y="303230"/>
                    <a:pt x="237846" y="303230"/>
                    <a:pt x="237846" y="320128"/>
                  </a:cubicBezTo>
                  <a:cubicBezTo>
                    <a:pt x="227595" y="320128"/>
                    <a:pt x="222469" y="332801"/>
                    <a:pt x="217344" y="343363"/>
                  </a:cubicBezTo>
                  <a:cubicBezTo>
                    <a:pt x="213500" y="351812"/>
                    <a:pt x="209656" y="362373"/>
                    <a:pt x="204530" y="368710"/>
                  </a:cubicBezTo>
                  <a:cubicBezTo>
                    <a:pt x="199405" y="372934"/>
                    <a:pt x="192998" y="370822"/>
                    <a:pt x="186591" y="370822"/>
                  </a:cubicBezTo>
                  <a:cubicBezTo>
                    <a:pt x="184029" y="370822"/>
                    <a:pt x="181466" y="370822"/>
                    <a:pt x="181466" y="372934"/>
                  </a:cubicBezTo>
                  <a:cubicBezTo>
                    <a:pt x="176340" y="381383"/>
                    <a:pt x="169934" y="387720"/>
                    <a:pt x="166090" y="398281"/>
                  </a:cubicBezTo>
                  <a:cubicBezTo>
                    <a:pt x="162245" y="408843"/>
                    <a:pt x="158401" y="415180"/>
                    <a:pt x="151995" y="417292"/>
                  </a:cubicBezTo>
                  <a:cubicBezTo>
                    <a:pt x="145588" y="419404"/>
                    <a:pt x="139181" y="429965"/>
                    <a:pt x="130211" y="423629"/>
                  </a:cubicBezTo>
                  <a:cubicBezTo>
                    <a:pt x="122523" y="419404"/>
                    <a:pt x="113554" y="423629"/>
                    <a:pt x="108428" y="415180"/>
                  </a:cubicBezTo>
                  <a:cubicBezTo>
                    <a:pt x="98177" y="417292"/>
                    <a:pt x="90489" y="421516"/>
                    <a:pt x="81520" y="423629"/>
                  </a:cubicBezTo>
                  <a:cubicBezTo>
                    <a:pt x="71269" y="427853"/>
                    <a:pt x="59737" y="425741"/>
                    <a:pt x="50767" y="438414"/>
                  </a:cubicBezTo>
                  <a:cubicBezTo>
                    <a:pt x="43079" y="448976"/>
                    <a:pt x="36672" y="459537"/>
                    <a:pt x="25140" y="457425"/>
                  </a:cubicBezTo>
                  <a:cubicBezTo>
                    <a:pt x="26421" y="470098"/>
                    <a:pt x="27702" y="480660"/>
                    <a:pt x="28984" y="493333"/>
                  </a:cubicBezTo>
                  <a:cubicBezTo>
                    <a:pt x="31547" y="527129"/>
                    <a:pt x="34109" y="560926"/>
                    <a:pt x="35391" y="594722"/>
                  </a:cubicBezTo>
                  <a:cubicBezTo>
                    <a:pt x="39235" y="636967"/>
                    <a:pt x="40516" y="677100"/>
                    <a:pt x="37953" y="717233"/>
                  </a:cubicBezTo>
                  <a:cubicBezTo>
                    <a:pt x="35391" y="774264"/>
                    <a:pt x="23858" y="2725995"/>
                    <a:pt x="12326" y="2778802"/>
                  </a:cubicBezTo>
                  <a:lnTo>
                    <a:pt x="794" y="2823159"/>
                  </a:lnTo>
                  <a:cubicBezTo>
                    <a:pt x="-1746" y="2833721"/>
                    <a:pt x="2075" y="2840057"/>
                    <a:pt x="8482" y="2842169"/>
                  </a:cubicBezTo>
                  <a:cubicBezTo>
                    <a:pt x="16170" y="2844282"/>
                    <a:pt x="18733" y="2852731"/>
                    <a:pt x="21296" y="2863292"/>
                  </a:cubicBezTo>
                  <a:cubicBezTo>
                    <a:pt x="23858" y="2880190"/>
                    <a:pt x="20014" y="2897088"/>
                    <a:pt x="25140" y="2913986"/>
                  </a:cubicBezTo>
                  <a:cubicBezTo>
                    <a:pt x="27703" y="2922435"/>
                    <a:pt x="25140" y="2937221"/>
                    <a:pt x="23858" y="2949895"/>
                  </a:cubicBezTo>
                  <a:cubicBezTo>
                    <a:pt x="22577" y="2966793"/>
                    <a:pt x="25140" y="2983691"/>
                    <a:pt x="28984" y="2998477"/>
                  </a:cubicBezTo>
                  <a:cubicBezTo>
                    <a:pt x="37953" y="3023824"/>
                    <a:pt x="39235" y="3053396"/>
                    <a:pt x="39235" y="3080855"/>
                  </a:cubicBezTo>
                  <a:cubicBezTo>
                    <a:pt x="39235" y="3087192"/>
                    <a:pt x="40516" y="3093529"/>
                    <a:pt x="41797" y="3097753"/>
                  </a:cubicBezTo>
                  <a:cubicBezTo>
                    <a:pt x="44360" y="3101978"/>
                    <a:pt x="49486" y="3106202"/>
                    <a:pt x="54611" y="3108315"/>
                  </a:cubicBezTo>
                  <a:lnTo>
                    <a:pt x="85364" y="3133662"/>
                  </a:lnTo>
                  <a:cubicBezTo>
                    <a:pt x="99459" y="3146335"/>
                    <a:pt x="110991" y="3144223"/>
                    <a:pt x="123805" y="3129437"/>
                  </a:cubicBezTo>
                  <a:cubicBezTo>
                    <a:pt x="125086" y="3127325"/>
                    <a:pt x="128930" y="3125212"/>
                    <a:pt x="130211" y="3125212"/>
                  </a:cubicBezTo>
                  <a:cubicBezTo>
                    <a:pt x="139181" y="3127325"/>
                    <a:pt x="148150" y="3127325"/>
                    <a:pt x="155839" y="3139999"/>
                  </a:cubicBezTo>
                  <a:cubicBezTo>
                    <a:pt x="164808" y="3152672"/>
                    <a:pt x="177622" y="3161121"/>
                    <a:pt x="187873" y="3171682"/>
                  </a:cubicBezTo>
                  <a:cubicBezTo>
                    <a:pt x="194279" y="3178019"/>
                    <a:pt x="201968" y="3186468"/>
                    <a:pt x="205812" y="3194917"/>
                  </a:cubicBezTo>
                  <a:cubicBezTo>
                    <a:pt x="208374" y="3199142"/>
                    <a:pt x="210937" y="3203366"/>
                    <a:pt x="213500" y="3205478"/>
                  </a:cubicBezTo>
                  <a:cubicBezTo>
                    <a:pt x="227595" y="3213928"/>
                    <a:pt x="235283" y="3235051"/>
                    <a:pt x="244253" y="3251948"/>
                  </a:cubicBezTo>
                  <a:cubicBezTo>
                    <a:pt x="251941" y="3266734"/>
                    <a:pt x="262192" y="3275183"/>
                    <a:pt x="273724" y="3277296"/>
                  </a:cubicBezTo>
                  <a:cubicBezTo>
                    <a:pt x="286537" y="3281520"/>
                    <a:pt x="299351" y="3283632"/>
                    <a:pt x="312165" y="3287857"/>
                  </a:cubicBezTo>
                  <a:cubicBezTo>
                    <a:pt x="317290" y="3289969"/>
                    <a:pt x="323697" y="3292081"/>
                    <a:pt x="328822" y="3296306"/>
                  </a:cubicBezTo>
                  <a:cubicBezTo>
                    <a:pt x="335229" y="3300530"/>
                    <a:pt x="341636" y="3300530"/>
                    <a:pt x="346761" y="3306867"/>
                  </a:cubicBezTo>
                  <a:cubicBezTo>
                    <a:pt x="354450" y="3317429"/>
                    <a:pt x="362138" y="3323765"/>
                    <a:pt x="372389" y="3319541"/>
                  </a:cubicBezTo>
                  <a:cubicBezTo>
                    <a:pt x="376233" y="3317429"/>
                    <a:pt x="381358" y="3321653"/>
                    <a:pt x="385202" y="3323765"/>
                  </a:cubicBezTo>
                  <a:cubicBezTo>
                    <a:pt x="386484" y="3323765"/>
                    <a:pt x="387765" y="3325877"/>
                    <a:pt x="389046" y="3325877"/>
                  </a:cubicBezTo>
                  <a:cubicBezTo>
                    <a:pt x="403141" y="3327990"/>
                    <a:pt x="415955" y="3323765"/>
                    <a:pt x="428769" y="3319541"/>
                  </a:cubicBezTo>
                  <a:cubicBezTo>
                    <a:pt x="433894" y="3317429"/>
                    <a:pt x="439019" y="3315316"/>
                    <a:pt x="444145" y="3311092"/>
                  </a:cubicBezTo>
                  <a:cubicBezTo>
                    <a:pt x="458240" y="3300530"/>
                    <a:pt x="472335" y="3289969"/>
                    <a:pt x="485148" y="3277296"/>
                  </a:cubicBezTo>
                  <a:cubicBezTo>
                    <a:pt x="494118" y="3268846"/>
                    <a:pt x="503087" y="3260398"/>
                    <a:pt x="513338" y="3268846"/>
                  </a:cubicBezTo>
                  <a:lnTo>
                    <a:pt x="518464" y="3268846"/>
                  </a:lnTo>
                  <a:cubicBezTo>
                    <a:pt x="527433" y="3268846"/>
                    <a:pt x="536403" y="3266734"/>
                    <a:pt x="544091" y="3264622"/>
                  </a:cubicBezTo>
                  <a:cubicBezTo>
                    <a:pt x="545372" y="3264622"/>
                    <a:pt x="547935" y="3264622"/>
                    <a:pt x="547935" y="3262509"/>
                  </a:cubicBezTo>
                  <a:cubicBezTo>
                    <a:pt x="551779" y="3254061"/>
                    <a:pt x="558186" y="3254061"/>
                    <a:pt x="564593" y="3251948"/>
                  </a:cubicBezTo>
                  <a:cubicBezTo>
                    <a:pt x="574844" y="3249836"/>
                    <a:pt x="585095" y="3249836"/>
                    <a:pt x="592783" y="3239275"/>
                  </a:cubicBezTo>
                  <a:cubicBezTo>
                    <a:pt x="600471" y="3230826"/>
                    <a:pt x="608159" y="3228713"/>
                    <a:pt x="617129" y="3226601"/>
                  </a:cubicBezTo>
                  <a:cubicBezTo>
                    <a:pt x="618410" y="3226601"/>
                    <a:pt x="620973" y="3224489"/>
                    <a:pt x="622254" y="3224489"/>
                  </a:cubicBezTo>
                  <a:cubicBezTo>
                    <a:pt x="628661" y="3222377"/>
                    <a:pt x="635068" y="3216040"/>
                    <a:pt x="640193" y="3218152"/>
                  </a:cubicBezTo>
                  <a:cubicBezTo>
                    <a:pt x="651725" y="3222377"/>
                    <a:pt x="656851" y="3216040"/>
                    <a:pt x="664539" y="3199142"/>
                  </a:cubicBezTo>
                  <a:cubicBezTo>
                    <a:pt x="665820" y="3194917"/>
                    <a:pt x="669664" y="3192805"/>
                    <a:pt x="672227" y="3190693"/>
                  </a:cubicBezTo>
                  <a:cubicBezTo>
                    <a:pt x="678634" y="3188580"/>
                    <a:pt x="685041" y="3190693"/>
                    <a:pt x="691448" y="3188580"/>
                  </a:cubicBezTo>
                  <a:cubicBezTo>
                    <a:pt x="695292" y="3188580"/>
                    <a:pt x="699136" y="3182244"/>
                    <a:pt x="701698" y="3182244"/>
                  </a:cubicBezTo>
                  <a:cubicBezTo>
                    <a:pt x="711949" y="3184356"/>
                    <a:pt x="723482" y="3178019"/>
                    <a:pt x="732451" y="3188580"/>
                  </a:cubicBezTo>
                  <a:cubicBezTo>
                    <a:pt x="733732" y="3190693"/>
                    <a:pt x="736295" y="3190693"/>
                    <a:pt x="738858" y="3190693"/>
                  </a:cubicBezTo>
                  <a:cubicBezTo>
                    <a:pt x="755516" y="3192805"/>
                    <a:pt x="769611" y="3201254"/>
                    <a:pt x="781143" y="3218152"/>
                  </a:cubicBezTo>
                  <a:cubicBezTo>
                    <a:pt x="784987" y="3224489"/>
                    <a:pt x="790112" y="3228713"/>
                    <a:pt x="793956" y="3232938"/>
                  </a:cubicBezTo>
                  <a:cubicBezTo>
                    <a:pt x="797801" y="3237163"/>
                    <a:pt x="802926" y="3237163"/>
                    <a:pt x="806770" y="3239275"/>
                  </a:cubicBezTo>
                  <a:cubicBezTo>
                    <a:pt x="810614" y="3241387"/>
                    <a:pt x="813177" y="3243499"/>
                    <a:pt x="817021" y="3243499"/>
                  </a:cubicBezTo>
                  <a:cubicBezTo>
                    <a:pt x="823428" y="3243499"/>
                    <a:pt x="828553" y="3247724"/>
                    <a:pt x="832397" y="3256173"/>
                  </a:cubicBezTo>
                  <a:cubicBezTo>
                    <a:pt x="833679" y="3258285"/>
                    <a:pt x="834960" y="3260398"/>
                    <a:pt x="836241" y="3264622"/>
                  </a:cubicBezTo>
                  <a:cubicBezTo>
                    <a:pt x="834960" y="3270959"/>
                    <a:pt x="842648" y="3287857"/>
                    <a:pt x="847774" y="3287857"/>
                  </a:cubicBezTo>
                  <a:cubicBezTo>
                    <a:pt x="856743" y="3287857"/>
                    <a:pt x="865713" y="3292081"/>
                    <a:pt x="873401" y="3302643"/>
                  </a:cubicBezTo>
                  <a:cubicBezTo>
                    <a:pt x="874682" y="3304755"/>
                    <a:pt x="877245" y="3304755"/>
                    <a:pt x="879808" y="3302643"/>
                  </a:cubicBezTo>
                  <a:cubicBezTo>
                    <a:pt x="883652" y="3300530"/>
                    <a:pt x="886214" y="3300530"/>
                    <a:pt x="888777" y="3306867"/>
                  </a:cubicBezTo>
                  <a:cubicBezTo>
                    <a:pt x="890059" y="3308980"/>
                    <a:pt x="895184" y="3308980"/>
                    <a:pt x="897747" y="3308980"/>
                  </a:cubicBezTo>
                  <a:cubicBezTo>
                    <a:pt x="904153" y="3308980"/>
                    <a:pt x="911842" y="3306867"/>
                    <a:pt x="918248" y="3308980"/>
                  </a:cubicBezTo>
                  <a:cubicBezTo>
                    <a:pt x="929781" y="3311092"/>
                    <a:pt x="940032" y="3313204"/>
                    <a:pt x="951564" y="3317429"/>
                  </a:cubicBezTo>
                  <a:cubicBezTo>
                    <a:pt x="954127" y="3317429"/>
                    <a:pt x="956689" y="3319541"/>
                    <a:pt x="957971" y="3321653"/>
                  </a:cubicBezTo>
                  <a:cubicBezTo>
                    <a:pt x="960533" y="3332214"/>
                    <a:pt x="966940" y="3332214"/>
                    <a:pt x="970784" y="3334327"/>
                  </a:cubicBezTo>
                  <a:cubicBezTo>
                    <a:pt x="974628" y="3336439"/>
                    <a:pt x="979754" y="3338551"/>
                    <a:pt x="982317" y="3338551"/>
                  </a:cubicBezTo>
                  <a:cubicBezTo>
                    <a:pt x="983598" y="3336439"/>
                    <a:pt x="986161" y="3334327"/>
                    <a:pt x="988723" y="3330102"/>
                  </a:cubicBezTo>
                  <a:cubicBezTo>
                    <a:pt x="983598" y="3330102"/>
                    <a:pt x="981035" y="3332214"/>
                    <a:pt x="978473" y="3332214"/>
                  </a:cubicBezTo>
                  <a:cubicBezTo>
                    <a:pt x="983598" y="3321653"/>
                    <a:pt x="988723" y="3319541"/>
                    <a:pt x="995130" y="3325877"/>
                  </a:cubicBezTo>
                  <a:cubicBezTo>
                    <a:pt x="1002818" y="3336439"/>
                    <a:pt x="1009225" y="3336439"/>
                    <a:pt x="1018195" y="3325877"/>
                  </a:cubicBezTo>
                  <a:lnTo>
                    <a:pt x="1025883" y="3319541"/>
                  </a:lnTo>
                  <a:lnTo>
                    <a:pt x="1025883" y="3308980"/>
                  </a:lnTo>
                  <a:cubicBezTo>
                    <a:pt x="1029727" y="3311092"/>
                    <a:pt x="1033571" y="3315316"/>
                    <a:pt x="1036134" y="3315316"/>
                  </a:cubicBezTo>
                  <a:cubicBezTo>
                    <a:pt x="1043822" y="3308980"/>
                    <a:pt x="1051510" y="3302643"/>
                    <a:pt x="1057917" y="3294194"/>
                  </a:cubicBezTo>
                  <a:cubicBezTo>
                    <a:pt x="1065605" y="3285745"/>
                    <a:pt x="1072012" y="3275183"/>
                    <a:pt x="1078419" y="3266734"/>
                  </a:cubicBezTo>
                  <a:cubicBezTo>
                    <a:pt x="1079700" y="3266734"/>
                    <a:pt x="1079700" y="3264622"/>
                    <a:pt x="1080981" y="3264622"/>
                  </a:cubicBezTo>
                  <a:cubicBezTo>
                    <a:pt x="1089951" y="3260398"/>
                    <a:pt x="1097639" y="3258285"/>
                    <a:pt x="1106609" y="3254061"/>
                  </a:cubicBezTo>
                  <a:cubicBezTo>
                    <a:pt x="1111734" y="3251948"/>
                    <a:pt x="1115578" y="3247724"/>
                    <a:pt x="1120704" y="3245612"/>
                  </a:cubicBezTo>
                  <a:cubicBezTo>
                    <a:pt x="1124548" y="3243499"/>
                    <a:pt x="1127110" y="3243499"/>
                    <a:pt x="1130954" y="3241387"/>
                  </a:cubicBezTo>
                  <a:lnTo>
                    <a:pt x="1143768" y="3241387"/>
                  </a:lnTo>
                  <a:cubicBezTo>
                    <a:pt x="1146331" y="3241387"/>
                    <a:pt x="1150175" y="3241387"/>
                    <a:pt x="1152738" y="3239275"/>
                  </a:cubicBezTo>
                  <a:cubicBezTo>
                    <a:pt x="1154019" y="3235051"/>
                    <a:pt x="1156582" y="3228713"/>
                    <a:pt x="1157863" y="3228713"/>
                  </a:cubicBezTo>
                  <a:cubicBezTo>
                    <a:pt x="1161707" y="3228713"/>
                    <a:pt x="1164270" y="3232938"/>
                    <a:pt x="1168114" y="3235051"/>
                  </a:cubicBezTo>
                  <a:cubicBezTo>
                    <a:pt x="1169395" y="3235051"/>
                    <a:pt x="1169395" y="3237163"/>
                    <a:pt x="1169395" y="3239275"/>
                  </a:cubicBezTo>
                  <a:cubicBezTo>
                    <a:pt x="1174521" y="3247724"/>
                    <a:pt x="1178365" y="3258285"/>
                    <a:pt x="1183490" y="3266734"/>
                  </a:cubicBezTo>
                  <a:cubicBezTo>
                    <a:pt x="1189897" y="3277296"/>
                    <a:pt x="1196304" y="3277296"/>
                    <a:pt x="1200148" y="3270959"/>
                  </a:cubicBezTo>
                  <a:cubicBezTo>
                    <a:pt x="1206555" y="3262509"/>
                    <a:pt x="1211680" y="3256173"/>
                    <a:pt x="1220650" y="3260398"/>
                  </a:cubicBezTo>
                  <a:cubicBezTo>
                    <a:pt x="1221931" y="3260398"/>
                    <a:pt x="1224494" y="3262509"/>
                    <a:pt x="1225775" y="3260398"/>
                  </a:cubicBezTo>
                  <a:cubicBezTo>
                    <a:pt x="1232182" y="3256173"/>
                    <a:pt x="1239870" y="3251948"/>
                    <a:pt x="1246277" y="3245612"/>
                  </a:cubicBezTo>
                  <a:cubicBezTo>
                    <a:pt x="1250121" y="3243499"/>
                    <a:pt x="1255246" y="3243499"/>
                    <a:pt x="1256528" y="3239275"/>
                  </a:cubicBezTo>
                  <a:cubicBezTo>
                    <a:pt x="1260372" y="3226601"/>
                    <a:pt x="1266779" y="3220264"/>
                    <a:pt x="1273186" y="3211815"/>
                  </a:cubicBezTo>
                  <a:cubicBezTo>
                    <a:pt x="1277030" y="3205478"/>
                    <a:pt x="1280874" y="3197030"/>
                    <a:pt x="1284718" y="3194917"/>
                  </a:cubicBezTo>
                  <a:cubicBezTo>
                    <a:pt x="1293687" y="3190693"/>
                    <a:pt x="1300094" y="3178019"/>
                    <a:pt x="1307782" y="3169570"/>
                  </a:cubicBezTo>
                  <a:cubicBezTo>
                    <a:pt x="1314189" y="3163233"/>
                    <a:pt x="1318033" y="3150560"/>
                    <a:pt x="1324440" y="3148447"/>
                  </a:cubicBezTo>
                  <a:cubicBezTo>
                    <a:pt x="1334691" y="3144223"/>
                    <a:pt x="1342379" y="3133662"/>
                    <a:pt x="1351349" y="3123100"/>
                  </a:cubicBezTo>
                  <a:cubicBezTo>
                    <a:pt x="1356474" y="3116764"/>
                    <a:pt x="1362881" y="3112539"/>
                    <a:pt x="1369288" y="3114651"/>
                  </a:cubicBezTo>
                  <a:cubicBezTo>
                    <a:pt x="1373132" y="3116764"/>
                    <a:pt x="1378257" y="3114651"/>
                    <a:pt x="1380820" y="3112539"/>
                  </a:cubicBezTo>
                  <a:cubicBezTo>
                    <a:pt x="1385945" y="3108315"/>
                    <a:pt x="1391071" y="3101978"/>
                    <a:pt x="1396196" y="3097753"/>
                  </a:cubicBezTo>
                  <a:cubicBezTo>
                    <a:pt x="1400040" y="3093529"/>
                    <a:pt x="1403884" y="3089304"/>
                    <a:pt x="1407728" y="3089304"/>
                  </a:cubicBezTo>
                  <a:cubicBezTo>
                    <a:pt x="1420542" y="3087192"/>
                    <a:pt x="1430793" y="3082967"/>
                    <a:pt x="1437200" y="3061845"/>
                  </a:cubicBezTo>
                  <a:cubicBezTo>
                    <a:pt x="1439762" y="3053396"/>
                    <a:pt x="1452576" y="3042834"/>
                    <a:pt x="1457702" y="3047059"/>
                  </a:cubicBezTo>
                  <a:cubicBezTo>
                    <a:pt x="1466671" y="3053396"/>
                    <a:pt x="1473078" y="3049171"/>
                    <a:pt x="1478203" y="3036498"/>
                  </a:cubicBezTo>
                  <a:cubicBezTo>
                    <a:pt x="1482047" y="3030161"/>
                    <a:pt x="1487173" y="3032273"/>
                    <a:pt x="1491017" y="3036498"/>
                  </a:cubicBezTo>
                  <a:cubicBezTo>
                    <a:pt x="1493580" y="3040722"/>
                    <a:pt x="1496142" y="3042834"/>
                    <a:pt x="1498705" y="3042834"/>
                  </a:cubicBezTo>
                  <a:cubicBezTo>
                    <a:pt x="1507675" y="3044947"/>
                    <a:pt x="1517926" y="3042834"/>
                    <a:pt x="1526895" y="3044947"/>
                  </a:cubicBezTo>
                  <a:cubicBezTo>
                    <a:pt x="1534583" y="3047059"/>
                    <a:pt x="1542271" y="3042834"/>
                    <a:pt x="1547397" y="3034385"/>
                  </a:cubicBezTo>
                  <a:cubicBezTo>
                    <a:pt x="1552522" y="3025936"/>
                    <a:pt x="1556366" y="3025936"/>
                    <a:pt x="1564054" y="3030161"/>
                  </a:cubicBezTo>
                  <a:cubicBezTo>
                    <a:pt x="1570461" y="3034385"/>
                    <a:pt x="1575587" y="3044947"/>
                    <a:pt x="1584556" y="3042834"/>
                  </a:cubicBezTo>
                  <a:cubicBezTo>
                    <a:pt x="1592245" y="3040722"/>
                    <a:pt x="1601214" y="3047059"/>
                    <a:pt x="1610183" y="3040722"/>
                  </a:cubicBezTo>
                  <a:lnTo>
                    <a:pt x="1615309" y="3040722"/>
                  </a:lnTo>
                  <a:cubicBezTo>
                    <a:pt x="1622997" y="3044947"/>
                    <a:pt x="1630685" y="3047059"/>
                    <a:pt x="1637092" y="3057620"/>
                  </a:cubicBezTo>
                  <a:cubicBezTo>
                    <a:pt x="1644780" y="3068181"/>
                    <a:pt x="1646062" y="2990028"/>
                    <a:pt x="1653750" y="2998477"/>
                  </a:cubicBezTo>
                  <a:cubicBezTo>
                    <a:pt x="1665282" y="3011150"/>
                    <a:pt x="1662719" y="2998477"/>
                    <a:pt x="1674252" y="3009038"/>
                  </a:cubicBezTo>
                  <a:cubicBezTo>
                    <a:pt x="1683221" y="3015375"/>
                    <a:pt x="1679377" y="2992140"/>
                    <a:pt x="1689628" y="2996365"/>
                  </a:cubicBezTo>
                  <a:cubicBezTo>
                    <a:pt x="1690909" y="2996365"/>
                    <a:pt x="1706286" y="3013263"/>
                    <a:pt x="1706286" y="3011150"/>
                  </a:cubicBezTo>
                  <a:cubicBezTo>
                    <a:pt x="1712692" y="3004814"/>
                    <a:pt x="1719099" y="2941446"/>
                    <a:pt x="1725506" y="2943558"/>
                  </a:cubicBezTo>
                  <a:cubicBezTo>
                    <a:pt x="1738320" y="2949895"/>
                    <a:pt x="1749852" y="2945670"/>
                    <a:pt x="1761384" y="2937221"/>
                  </a:cubicBezTo>
                  <a:cubicBezTo>
                    <a:pt x="1767791" y="2932997"/>
                    <a:pt x="1778042" y="2918211"/>
                    <a:pt x="1783167" y="2924548"/>
                  </a:cubicBezTo>
                  <a:cubicBezTo>
                    <a:pt x="1792137" y="2935109"/>
                    <a:pt x="1801106" y="2939334"/>
                    <a:pt x="1811357" y="2941446"/>
                  </a:cubicBezTo>
                  <a:cubicBezTo>
                    <a:pt x="1812639" y="2941446"/>
                    <a:pt x="1813920" y="2943558"/>
                    <a:pt x="1815201" y="2945670"/>
                  </a:cubicBezTo>
                  <a:cubicBezTo>
                    <a:pt x="1819045" y="2954119"/>
                    <a:pt x="1836984" y="2930884"/>
                    <a:pt x="1840829" y="2939334"/>
                  </a:cubicBezTo>
                  <a:cubicBezTo>
                    <a:pt x="1845954" y="2952007"/>
                    <a:pt x="1851080" y="2964681"/>
                    <a:pt x="1856205" y="2975242"/>
                  </a:cubicBezTo>
                  <a:cubicBezTo>
                    <a:pt x="1858768" y="2979466"/>
                    <a:pt x="1862612" y="2981579"/>
                    <a:pt x="1863893" y="2985803"/>
                  </a:cubicBezTo>
                  <a:cubicBezTo>
                    <a:pt x="1865174" y="2996365"/>
                    <a:pt x="1867737" y="3000589"/>
                    <a:pt x="1874144" y="3000589"/>
                  </a:cubicBezTo>
                  <a:cubicBezTo>
                    <a:pt x="1877988" y="3000589"/>
                    <a:pt x="1881832" y="3002702"/>
                    <a:pt x="1884395" y="3006926"/>
                  </a:cubicBezTo>
                  <a:cubicBezTo>
                    <a:pt x="1890802" y="3013263"/>
                    <a:pt x="1895927" y="3019599"/>
                    <a:pt x="1901052" y="3025936"/>
                  </a:cubicBezTo>
                  <a:cubicBezTo>
                    <a:pt x="1907459" y="3032273"/>
                    <a:pt x="1913866" y="3038610"/>
                    <a:pt x="1916429" y="3049171"/>
                  </a:cubicBezTo>
                  <a:cubicBezTo>
                    <a:pt x="1917710" y="3053396"/>
                    <a:pt x="1918992" y="3055508"/>
                    <a:pt x="1920273" y="3057620"/>
                  </a:cubicBezTo>
                  <a:cubicBezTo>
                    <a:pt x="1925398" y="3066069"/>
                    <a:pt x="1930524" y="3072406"/>
                    <a:pt x="1935649" y="3080855"/>
                  </a:cubicBezTo>
                  <a:cubicBezTo>
                    <a:pt x="1943337" y="3091416"/>
                    <a:pt x="1949744" y="3104090"/>
                    <a:pt x="1957433" y="3114651"/>
                  </a:cubicBezTo>
                  <a:cubicBezTo>
                    <a:pt x="1959995" y="3116764"/>
                    <a:pt x="1962558" y="3120988"/>
                    <a:pt x="1965120" y="3123100"/>
                  </a:cubicBezTo>
                  <a:cubicBezTo>
                    <a:pt x="1970246" y="3127325"/>
                    <a:pt x="1975371" y="3131549"/>
                    <a:pt x="1979215" y="3137886"/>
                  </a:cubicBezTo>
                  <a:cubicBezTo>
                    <a:pt x="1983060" y="3144223"/>
                    <a:pt x="2000999" y="3106202"/>
                    <a:pt x="2003561" y="3114651"/>
                  </a:cubicBezTo>
                  <a:cubicBezTo>
                    <a:pt x="2003561" y="3116764"/>
                    <a:pt x="2004843" y="3116764"/>
                    <a:pt x="2006124" y="3116764"/>
                  </a:cubicBezTo>
                  <a:cubicBezTo>
                    <a:pt x="2013812" y="3127325"/>
                    <a:pt x="2021501" y="3123100"/>
                    <a:pt x="2029189" y="3118876"/>
                  </a:cubicBezTo>
                  <a:cubicBezTo>
                    <a:pt x="2031751" y="3116764"/>
                    <a:pt x="2034314" y="3114651"/>
                    <a:pt x="2035595" y="3116764"/>
                  </a:cubicBezTo>
                  <a:cubicBezTo>
                    <a:pt x="2044565" y="3123100"/>
                    <a:pt x="2050972" y="3137886"/>
                    <a:pt x="2062504" y="3139999"/>
                  </a:cubicBezTo>
                  <a:cubicBezTo>
                    <a:pt x="2062504" y="3139999"/>
                    <a:pt x="2063786" y="3139999"/>
                    <a:pt x="2063786" y="3142111"/>
                  </a:cubicBezTo>
                  <a:cubicBezTo>
                    <a:pt x="2066348" y="3154784"/>
                    <a:pt x="2074036" y="3154784"/>
                    <a:pt x="2080443" y="3156896"/>
                  </a:cubicBezTo>
                  <a:cubicBezTo>
                    <a:pt x="2084287" y="3156896"/>
                    <a:pt x="2088131" y="3159009"/>
                    <a:pt x="2090694" y="3161121"/>
                  </a:cubicBezTo>
                  <a:cubicBezTo>
                    <a:pt x="2098382" y="3167458"/>
                    <a:pt x="2106070" y="3175907"/>
                    <a:pt x="2115040" y="3180131"/>
                  </a:cubicBezTo>
                  <a:cubicBezTo>
                    <a:pt x="2126572" y="3186468"/>
                    <a:pt x="2138104" y="3190693"/>
                    <a:pt x="2147074" y="3201254"/>
                  </a:cubicBezTo>
                  <a:cubicBezTo>
                    <a:pt x="2148355" y="3201254"/>
                    <a:pt x="2149637" y="3201254"/>
                    <a:pt x="2149637" y="3203366"/>
                  </a:cubicBezTo>
                  <a:cubicBezTo>
                    <a:pt x="2153481" y="3207591"/>
                    <a:pt x="2159888" y="3209703"/>
                    <a:pt x="2162450" y="3216040"/>
                  </a:cubicBezTo>
                  <a:cubicBezTo>
                    <a:pt x="2166294" y="3228713"/>
                    <a:pt x="2176545" y="3226601"/>
                    <a:pt x="2181671" y="3237163"/>
                  </a:cubicBezTo>
                  <a:lnTo>
                    <a:pt x="2182952" y="3237163"/>
                  </a:lnTo>
                  <a:cubicBezTo>
                    <a:pt x="2188077" y="3237163"/>
                    <a:pt x="2193203" y="3239275"/>
                    <a:pt x="2199610" y="3239275"/>
                  </a:cubicBezTo>
                  <a:cubicBezTo>
                    <a:pt x="2202172" y="3237163"/>
                    <a:pt x="2206016" y="3232938"/>
                    <a:pt x="2208579" y="3232938"/>
                  </a:cubicBezTo>
                  <a:cubicBezTo>
                    <a:pt x="2220111" y="3239275"/>
                    <a:pt x="2231644" y="3239275"/>
                    <a:pt x="2239332" y="3222377"/>
                  </a:cubicBezTo>
                  <a:cubicBezTo>
                    <a:pt x="2240613" y="3220264"/>
                    <a:pt x="2243176" y="3220264"/>
                    <a:pt x="2245739" y="3220264"/>
                  </a:cubicBezTo>
                  <a:lnTo>
                    <a:pt x="2255990" y="3220264"/>
                  </a:lnTo>
                  <a:cubicBezTo>
                    <a:pt x="2267522" y="3216040"/>
                    <a:pt x="2277773" y="3211815"/>
                    <a:pt x="2289305" y="3209703"/>
                  </a:cubicBezTo>
                  <a:cubicBezTo>
                    <a:pt x="2294431" y="3207591"/>
                    <a:pt x="2300837" y="3211815"/>
                    <a:pt x="2305963" y="3213928"/>
                  </a:cubicBezTo>
                  <a:cubicBezTo>
                    <a:pt x="2311088" y="3216040"/>
                    <a:pt x="2316214" y="3216040"/>
                    <a:pt x="2321339" y="3216040"/>
                  </a:cubicBezTo>
                  <a:cubicBezTo>
                    <a:pt x="2327746" y="3216040"/>
                    <a:pt x="2332871" y="3211815"/>
                    <a:pt x="2339278" y="3211815"/>
                  </a:cubicBezTo>
                  <a:cubicBezTo>
                    <a:pt x="2344403" y="3209703"/>
                    <a:pt x="2350810" y="3209703"/>
                    <a:pt x="2355936" y="3207591"/>
                  </a:cubicBezTo>
                  <a:cubicBezTo>
                    <a:pt x="2367468" y="3203366"/>
                    <a:pt x="2377719" y="3199142"/>
                    <a:pt x="2389251" y="3197030"/>
                  </a:cubicBezTo>
                  <a:cubicBezTo>
                    <a:pt x="2396939" y="3125212"/>
                    <a:pt x="2395658" y="3040722"/>
                    <a:pt x="2395658" y="2954119"/>
                  </a:cubicBezTo>
                  <a:close/>
                </a:path>
              </a:pathLst>
            </a:custGeom>
            <a:blipFill>
              <a:blip r:embed="rId4"/>
              <a:stretch>
                <a:fillRect l="0" t="-38393" r="0" b="0"/>
              </a:stretch>
            </a:blipFill>
          </p:spPr>
        </p:sp>
      </p:grpSp>
      <p:sp>
        <p:nvSpPr>
          <p:cNvPr name="TextBox 6" id="6"/>
          <p:cNvSpPr txBox="true"/>
          <p:nvPr/>
        </p:nvSpPr>
        <p:spPr>
          <a:xfrm rot="0">
            <a:off x="267650" y="107675"/>
            <a:ext cx="8281428" cy="1038225"/>
          </a:xfrm>
          <a:prstGeom prst="rect">
            <a:avLst/>
          </a:prstGeom>
        </p:spPr>
        <p:txBody>
          <a:bodyPr anchor="t" rtlCol="false" tIns="0" lIns="0" bIns="0" rIns="0">
            <a:spAutoFit/>
          </a:bodyPr>
          <a:lstStyle/>
          <a:p>
            <a:pPr algn="l" marL="0" indent="0" lvl="0">
              <a:lnSpc>
                <a:spcPts val="8400"/>
              </a:lnSpc>
              <a:spcBef>
                <a:spcPct val="0"/>
              </a:spcBef>
            </a:pPr>
            <a:r>
              <a:rPr lang="en-US" sz="6000">
                <a:solidFill>
                  <a:srgbClr val="000000"/>
                </a:solidFill>
                <a:latin typeface="Arapey"/>
                <a:ea typeface="Arapey"/>
                <a:cs typeface="Arapey"/>
                <a:sym typeface="Arapey"/>
              </a:rPr>
              <a:t>Lo que nos depara</a:t>
            </a:r>
          </a:p>
        </p:txBody>
      </p:sp>
      <p:sp>
        <p:nvSpPr>
          <p:cNvPr name="TextBox 7" id="7"/>
          <p:cNvSpPr txBox="true"/>
          <p:nvPr/>
        </p:nvSpPr>
        <p:spPr>
          <a:xfrm rot="0">
            <a:off x="1388828" y="1556555"/>
            <a:ext cx="6759328" cy="7386168"/>
          </a:xfrm>
          <a:prstGeom prst="rect">
            <a:avLst/>
          </a:prstGeom>
        </p:spPr>
        <p:txBody>
          <a:bodyPr anchor="t" rtlCol="false" tIns="0" lIns="0" bIns="0" rIns="0">
            <a:spAutoFit/>
          </a:bodyPr>
          <a:lstStyle/>
          <a:p>
            <a:pPr algn="l">
              <a:lnSpc>
                <a:spcPts val="3451"/>
              </a:lnSpc>
            </a:pPr>
            <a:r>
              <a:rPr lang="en-US" sz="2465">
                <a:solidFill>
                  <a:srgbClr val="000000"/>
                </a:solidFill>
                <a:latin typeface="Proxima Nova Light"/>
                <a:ea typeface="Proxima Nova Light"/>
                <a:cs typeface="Proxima Nova Light"/>
                <a:sym typeface="Proxima Nova Light"/>
              </a:rPr>
              <a:t>No sabemos exactamente qué nos espera en el futuro, pero hay algo que sí sé: quiero descubrirlo contigo.</a:t>
            </a:r>
          </a:p>
          <a:p>
            <a:pPr algn="l">
              <a:lnSpc>
                <a:spcPts val="3451"/>
              </a:lnSpc>
            </a:pPr>
          </a:p>
          <a:p>
            <a:pPr algn="l">
              <a:lnSpc>
                <a:spcPts val="3451"/>
              </a:lnSpc>
            </a:pPr>
            <a:r>
              <a:rPr lang="en-US" sz="2465">
                <a:solidFill>
                  <a:srgbClr val="000000"/>
                </a:solidFill>
                <a:latin typeface="Proxima Nova Light"/>
                <a:ea typeface="Proxima Nova Light"/>
                <a:cs typeface="Proxima Nova Light"/>
                <a:sym typeface="Proxima Nova Light"/>
              </a:rPr>
              <a:t>Quiero que todavía nos queden muchos momentos por vivir, lugares por conocer, sueños por cumplir y recuerdos por crear. Quizá el camino no siempre sea fácil, pero mientras podamos caminarlo juntos, cualquier obstáculo valdrá la pena.</a:t>
            </a:r>
          </a:p>
          <a:p>
            <a:pPr algn="l">
              <a:lnSpc>
                <a:spcPts val="3451"/>
              </a:lnSpc>
            </a:pPr>
          </a:p>
          <a:p>
            <a:pPr algn="l">
              <a:lnSpc>
                <a:spcPts val="3451"/>
              </a:lnSpc>
            </a:pPr>
            <a:r>
              <a:rPr lang="en-US" sz="2465">
                <a:solidFill>
                  <a:srgbClr val="000000"/>
                </a:solidFill>
                <a:latin typeface="Proxima Nova Light"/>
                <a:ea typeface="Proxima Nova Light"/>
                <a:cs typeface="Proxima Nova Light"/>
                <a:sym typeface="Proxima Nova Light"/>
              </a:rPr>
              <a:t>Quiero seguir viendo cómo crecemos, cómo cambiamos y cómo nuestro amor sigue encontrando nuevas formas de demostrarse.</a:t>
            </a:r>
          </a:p>
          <a:p>
            <a:pPr algn="l">
              <a:lnSpc>
                <a:spcPts val="3451"/>
              </a:lnSpc>
            </a:pPr>
          </a:p>
          <a:p>
            <a:pPr algn="l">
              <a:lnSpc>
                <a:spcPts val="3451"/>
              </a:lnSpc>
              <a:spcBef>
                <a:spcPct val="0"/>
              </a:spcBef>
            </a:pPr>
            <a:r>
              <a:rPr lang="en-US" sz="2465">
                <a:solidFill>
                  <a:srgbClr val="000000"/>
                </a:solidFill>
                <a:latin typeface="Proxima Nova Light"/>
                <a:ea typeface="Proxima Nova Light"/>
                <a:cs typeface="Proxima Nova Light"/>
                <a:sym typeface="Proxima Nova Light"/>
              </a:rPr>
              <a:t>Porque no sé qué nos depara el mañana, pero sí sé con quién quiero vivirlo: contigo. ❤️</a:t>
            </a: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sp>
        <p:nvSpPr>
          <p:cNvPr name="TextBox 3" id="3"/>
          <p:cNvSpPr txBox="true"/>
          <p:nvPr/>
        </p:nvSpPr>
        <p:spPr>
          <a:xfrm rot="0">
            <a:off x="-178151" y="-161925"/>
            <a:ext cx="5770153" cy="1293223"/>
          </a:xfrm>
          <a:prstGeom prst="rect">
            <a:avLst/>
          </a:prstGeom>
        </p:spPr>
        <p:txBody>
          <a:bodyPr anchor="t" rtlCol="false" tIns="0" lIns="0" bIns="0" rIns="0">
            <a:spAutoFit/>
          </a:bodyPr>
          <a:lstStyle/>
          <a:p>
            <a:pPr algn="ctr">
              <a:lnSpc>
                <a:spcPts val="10429"/>
              </a:lnSpc>
            </a:pPr>
            <a:r>
              <a:rPr lang="en-US" sz="7449">
                <a:solidFill>
                  <a:srgbClr val="000000"/>
                </a:solidFill>
                <a:latin typeface="Arapey"/>
                <a:ea typeface="Arapey"/>
                <a:cs typeface="Arapey"/>
                <a:sym typeface="Arapey"/>
              </a:rPr>
              <a:t>Gracias</a:t>
            </a:r>
          </a:p>
        </p:txBody>
      </p:sp>
      <p:sp>
        <p:nvSpPr>
          <p:cNvPr name="TextBox 4" id="4"/>
          <p:cNvSpPr txBox="true"/>
          <p:nvPr/>
        </p:nvSpPr>
        <p:spPr>
          <a:xfrm rot="0">
            <a:off x="4304730" y="2756288"/>
            <a:ext cx="9903301" cy="5875384"/>
          </a:xfrm>
          <a:prstGeom prst="rect">
            <a:avLst/>
          </a:prstGeom>
        </p:spPr>
        <p:txBody>
          <a:bodyPr anchor="t" rtlCol="false" tIns="0" lIns="0" bIns="0" rIns="0">
            <a:spAutoFit/>
          </a:bodyPr>
          <a:lstStyle/>
          <a:p>
            <a:pPr algn="ctr">
              <a:lnSpc>
                <a:spcPts val="2918"/>
              </a:lnSpc>
            </a:pPr>
            <a:r>
              <a:rPr lang="en-US" sz="2084" spc="131">
                <a:solidFill>
                  <a:srgbClr val="000000"/>
                </a:solidFill>
                <a:latin typeface="Proxima Nova Light"/>
                <a:ea typeface="Proxima Nova Light"/>
                <a:cs typeface="Proxima Nova Light"/>
                <a:sym typeface="Proxima Nova Light"/>
              </a:rPr>
              <a:t>Feliz cumpleaños, my sun &lt;3</a:t>
            </a:r>
          </a:p>
          <a:p>
            <a:pPr algn="ctr">
              <a:lnSpc>
                <a:spcPts val="2918"/>
              </a:lnSpc>
            </a:pPr>
          </a:p>
          <a:p>
            <a:pPr algn="ctr">
              <a:lnSpc>
                <a:spcPts val="2918"/>
              </a:lnSpc>
            </a:pPr>
            <a:r>
              <a:rPr lang="en-US" sz="2084" spc="131">
                <a:solidFill>
                  <a:srgbClr val="000000"/>
                </a:solidFill>
                <a:latin typeface="Proxima Nova Light"/>
                <a:ea typeface="Proxima Nova Light"/>
                <a:cs typeface="Proxima Nova Light"/>
                <a:sym typeface="Proxima Nova Light"/>
              </a:rPr>
              <a:t>Hoy no solo celebro el día en que naciste, también celebro la suerte que tuve de encontrarte y poder compartir una parte de mi vida contigo</a:t>
            </a:r>
            <a:r>
              <a:rPr lang="en-US" sz="2084" spc="131">
                <a:solidFill>
                  <a:srgbClr val="000000"/>
                </a:solidFill>
                <a:latin typeface="Proxima Nova Light"/>
                <a:ea typeface="Proxima Nova Light"/>
                <a:cs typeface="Proxima Nova Light"/>
                <a:sym typeface="Proxima Nova Light"/>
              </a:rPr>
              <a:t>.</a:t>
            </a:r>
          </a:p>
          <a:p>
            <a:pPr algn="ctr">
              <a:lnSpc>
                <a:spcPts val="2918"/>
              </a:lnSpc>
            </a:pPr>
          </a:p>
          <a:p>
            <a:pPr algn="ctr">
              <a:lnSpc>
                <a:spcPts val="2918"/>
              </a:lnSpc>
            </a:pPr>
            <a:r>
              <a:rPr lang="en-US" sz="2084" spc="131">
                <a:solidFill>
                  <a:srgbClr val="000000"/>
                </a:solidFill>
                <a:latin typeface="Proxima Nova Light"/>
                <a:ea typeface="Proxima Nova Light"/>
                <a:cs typeface="Proxima Nova Light"/>
                <a:sym typeface="Proxima Nova Light"/>
              </a:rPr>
              <a:t>Deseo que este nuevo año de tu vida esté lleno de momentos bonitos, sueños cumplidos, sonrisas y todo aquello que haga feliz a tu corazón. Y espero poder estar a tu lado para disfrutar muchos de esos momentos contigo.</a:t>
            </a:r>
          </a:p>
          <a:p>
            <a:pPr algn="ctr">
              <a:lnSpc>
                <a:spcPts val="2918"/>
              </a:lnSpc>
            </a:pPr>
          </a:p>
          <a:p>
            <a:pPr algn="ctr">
              <a:lnSpc>
                <a:spcPts val="2918"/>
              </a:lnSpc>
            </a:pPr>
            <a:r>
              <a:rPr lang="en-US" sz="2084" spc="131">
                <a:solidFill>
                  <a:srgbClr val="000000"/>
                </a:solidFill>
                <a:latin typeface="Proxima Nova Light"/>
                <a:ea typeface="Proxima Nova Light"/>
                <a:cs typeface="Proxima Nova Light"/>
                <a:sym typeface="Proxima Nova Light"/>
              </a:rPr>
              <a:t>Gracias por ser tú, por todo lo que hemos vivido y por cada recuerdo que hemos creado juntos. Te amo muchísimo y espero que nunca olvides lo especial que eres para mí.</a:t>
            </a:r>
          </a:p>
          <a:p>
            <a:pPr algn="ctr">
              <a:lnSpc>
                <a:spcPts val="2918"/>
              </a:lnSpc>
            </a:pPr>
          </a:p>
          <a:p>
            <a:pPr algn="ctr">
              <a:lnSpc>
                <a:spcPts val="2918"/>
              </a:lnSpc>
            </a:pPr>
            <a:r>
              <a:rPr lang="en-US" sz="2084" spc="131">
                <a:solidFill>
                  <a:srgbClr val="000000"/>
                </a:solidFill>
                <a:latin typeface="Proxima Nova Light"/>
                <a:ea typeface="Proxima Nova Light"/>
                <a:cs typeface="Proxima Nova Light"/>
                <a:sym typeface="Proxima Nova Light"/>
              </a:rPr>
              <a:t>Feliz cumpleaños, my sun</a:t>
            </a:r>
          </a:p>
          <a:p>
            <a:pPr algn="ctr">
              <a:lnSpc>
                <a:spcPts val="2918"/>
              </a:lnSpc>
              <a:spcBef>
                <a:spcPct val="0"/>
              </a:spcBef>
            </a:pPr>
            <a:r>
              <a:rPr lang="en-US" sz="2084" spc="131">
                <a:solidFill>
                  <a:srgbClr val="000000"/>
                </a:solidFill>
                <a:latin typeface="Proxima Nova Light"/>
                <a:ea typeface="Proxima Nova Light"/>
                <a:cs typeface="Proxima Nova Light"/>
                <a:sym typeface="Proxima Nova Light"/>
              </a:rPr>
              <a:t>Que este sea otro capítulo hermoso de nuestra historia.</a:t>
            </a:r>
          </a:p>
        </p:txBody>
      </p:sp>
      <p:sp>
        <p:nvSpPr>
          <p:cNvPr name="Freeform 5" id="5"/>
          <p:cNvSpPr/>
          <p:nvPr/>
        </p:nvSpPr>
        <p:spPr>
          <a:xfrm flipH="false" flipV="false" rot="1505240">
            <a:off x="11723491" y="-982018"/>
            <a:ext cx="6706418" cy="7078014"/>
          </a:xfrm>
          <a:custGeom>
            <a:avLst/>
            <a:gdLst/>
            <a:ahLst/>
            <a:cxnLst/>
            <a:rect r="r" b="b" t="t" l="l"/>
            <a:pathLst>
              <a:path h="7078014" w="6706418">
                <a:moveTo>
                  <a:pt x="0" y="0"/>
                </a:moveTo>
                <a:lnTo>
                  <a:pt x="6706419" y="0"/>
                </a:lnTo>
                <a:lnTo>
                  <a:pt x="6706419" y="7078014"/>
                </a:lnTo>
                <a:lnTo>
                  <a:pt x="0" y="7078014"/>
                </a:lnTo>
                <a:lnTo>
                  <a:pt x="0" y="0"/>
                </a:lnTo>
                <a:close/>
              </a:path>
            </a:pathLst>
          </a:custGeom>
          <a:blipFill>
            <a:blip r:embed="rId3">
              <a:alphaModFix amt="31000"/>
            </a:blip>
            <a:stretch>
              <a:fillRect l="0" t="0" r="0" b="0"/>
            </a:stretch>
          </a:blipFill>
        </p:spPr>
      </p:sp>
      <p:sp>
        <p:nvSpPr>
          <p:cNvPr name="Freeform 6" id="6"/>
          <p:cNvSpPr/>
          <p:nvPr/>
        </p:nvSpPr>
        <p:spPr>
          <a:xfrm flipH="false" flipV="false" rot="-873411">
            <a:off x="-334266" y="5843827"/>
            <a:ext cx="6470427" cy="6828947"/>
          </a:xfrm>
          <a:custGeom>
            <a:avLst/>
            <a:gdLst/>
            <a:ahLst/>
            <a:cxnLst/>
            <a:rect r="r" b="b" t="t" l="l"/>
            <a:pathLst>
              <a:path h="6828947" w="6470427">
                <a:moveTo>
                  <a:pt x="0" y="0"/>
                </a:moveTo>
                <a:lnTo>
                  <a:pt x="6470426" y="0"/>
                </a:lnTo>
                <a:lnTo>
                  <a:pt x="6470426" y="6828946"/>
                </a:lnTo>
                <a:lnTo>
                  <a:pt x="0" y="6828946"/>
                </a:lnTo>
                <a:lnTo>
                  <a:pt x="0" y="0"/>
                </a:lnTo>
                <a:close/>
              </a:path>
            </a:pathLst>
          </a:custGeom>
          <a:blipFill>
            <a:blip r:embed="rId3">
              <a:alphaModFix amt="31000"/>
            </a:blip>
            <a:stretch>
              <a:fillRect l="0" t="0" r="0" b="0"/>
            </a:stretch>
          </a:blipFill>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DAHT-P1tqVM</dc:identifier>
  <dcterms:modified xsi:type="dcterms:W3CDTF">2011-08-01T06:04:30Z</dcterms:modified>
  <cp:revision>1</cp:revision>
  <dc:title>Presentación - Proyecto final - Diapositivas rosadas, estilo coquette</dc:title>
</cp:coreProperties>
</file>